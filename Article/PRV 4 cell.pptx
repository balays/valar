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1" r:id="rId4"/>
    <p:sldId id="259" r:id="rId5"/>
    <p:sldId id="262" r:id="rId6"/>
    <p:sldId id="260" r:id="rId7"/>
    <p:sldId id="263" r:id="rId8"/>
    <p:sldId id="257" r:id="rId9"/>
    <p:sldId id="265" r:id="rId10"/>
    <p:sldId id="264" r:id="rId11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1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25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smtClean="0"/>
              <a:t>Kattintson ide az alcím mintájának szerkesztéséhez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15D0-831A-491B-9A71-BD65DEFFFFD7}" type="datetimeFigureOut">
              <a:rPr lang="hu-HU" smtClean="0"/>
              <a:t>2025. 03. 12.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C4F16-1CE8-41BC-BFF3-4C5DF659D85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46132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15D0-831A-491B-9A71-BD65DEFFFFD7}" type="datetimeFigureOut">
              <a:rPr lang="hu-HU" smtClean="0"/>
              <a:t>2025. 03. 12.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C4F16-1CE8-41BC-BFF3-4C5DF659D85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79393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15D0-831A-491B-9A71-BD65DEFFFFD7}" type="datetimeFigureOut">
              <a:rPr lang="hu-HU" smtClean="0"/>
              <a:t>2025. 03. 12.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C4F16-1CE8-41BC-BFF3-4C5DF659D85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0280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15D0-831A-491B-9A71-BD65DEFFFFD7}" type="datetimeFigureOut">
              <a:rPr lang="hu-HU" smtClean="0"/>
              <a:t>2025. 03. 12.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C4F16-1CE8-41BC-BFF3-4C5DF659D85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17361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15D0-831A-491B-9A71-BD65DEFFFFD7}" type="datetimeFigureOut">
              <a:rPr lang="hu-HU" smtClean="0"/>
              <a:t>2025. 03. 12.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C4F16-1CE8-41BC-BFF3-4C5DF659D85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09781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15D0-831A-491B-9A71-BD65DEFFFFD7}" type="datetimeFigureOut">
              <a:rPr lang="hu-HU" smtClean="0"/>
              <a:t>2025. 03. 12.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C4F16-1CE8-41BC-BFF3-4C5DF659D85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48365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15D0-831A-491B-9A71-BD65DEFFFFD7}" type="datetimeFigureOut">
              <a:rPr lang="hu-HU" smtClean="0"/>
              <a:t>2025. 03. 12.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C4F16-1CE8-41BC-BFF3-4C5DF659D85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86092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15D0-831A-491B-9A71-BD65DEFFFFD7}" type="datetimeFigureOut">
              <a:rPr lang="hu-HU" smtClean="0"/>
              <a:t>2025. 03. 12.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C4F16-1CE8-41BC-BFF3-4C5DF659D85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31122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15D0-831A-491B-9A71-BD65DEFFFFD7}" type="datetimeFigureOut">
              <a:rPr lang="hu-HU" smtClean="0"/>
              <a:t>2025. 03. 12.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C4F16-1CE8-41BC-BFF3-4C5DF659D85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22940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15D0-831A-491B-9A71-BD65DEFFFFD7}" type="datetimeFigureOut">
              <a:rPr lang="hu-HU" smtClean="0"/>
              <a:t>2025. 03. 12.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C4F16-1CE8-41BC-BFF3-4C5DF659D85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53267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15D0-831A-491B-9A71-BD65DEFFFFD7}" type="datetimeFigureOut">
              <a:rPr lang="hu-HU" smtClean="0"/>
              <a:t>2025. 03. 12.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C4F16-1CE8-41BC-BFF3-4C5DF659D85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66579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4F15D0-831A-491B-9A71-BD65DEFFFFD7}" type="datetimeFigureOut">
              <a:rPr lang="hu-HU" smtClean="0"/>
              <a:t>2025. 03. 12.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1C4F16-1CE8-41BC-BFF3-4C5DF659D85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77928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smtClean="0"/>
              <a:t>PRV 4 </a:t>
            </a:r>
            <a:r>
              <a:rPr lang="hu-HU" dirty="0" err="1" smtClean="0"/>
              <a:t>cell</a:t>
            </a: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88080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TSS </a:t>
            </a:r>
            <a:r>
              <a:rPr lang="hu-HU" dirty="0" err="1" smtClean="0"/>
              <a:t>based</a:t>
            </a:r>
            <a:r>
              <a:rPr lang="hu-HU" dirty="0" smtClean="0"/>
              <a:t> </a:t>
            </a:r>
            <a:r>
              <a:rPr lang="hu-HU" dirty="0" err="1" smtClean="0"/>
              <a:t>analysis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75691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Tartalom helye 6" descr="C:\Users\SZTE\AppData\Local\Microsoft\Windows\INetCache\Content.MSO\DE1F90B1.tmp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1559" y="365125"/>
            <a:ext cx="8608882" cy="58118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4141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10" descr="data:image/png;base64,iVBORw0KGgoAAAANSUhEUgAACQAAAAkACAIAAABaPJATAAAACXBIWXMAAB2HAAAdhwGP5fFlAAAgAElEQVR4nOzdfWhl550n+J96u7y1XcvWRTPVpbRSkVxIzpB1uK4ad9lIu9FQME2kLCkXbgzBzDg1EImddFzyMjYkmA2Bwp6xl7UqTmikQBz3YBpMjFyBSE2zaK2iJSput8qazoZJJBQpFbVV8Y64Bat0bcSi/ePq5b7rSrp6O/p8yB/lex+d85xzz33J8z2/56lbWVkJAAAAAAAASIrf2+8OAAAAAAAAQC0JwAAAAAAAAEgUARgAAAAAAACJIgADAAAAAAAgUQRgAAAAAAAAJIoADAAAAAAAgEQRgAEAAAAAAJAoAjAAAAAAAAASRQAGAAAAAABAogjAAAAAAAAASBQBGAAAAAAAAIkiAAMAAAAAACBRBGAAAAAAAAAkigAMAAAAAACARBGAAQAAAAAAkCgCMAAAAAAAABJFAAYAAAAAAECiCMAAAAAAAABIFAEYAAAAAAAAiSIAAwAAAAAAIFEEYAAAAAAAACSKAAwAAAAAAIBEEYABAAAAAACQKAIwAAAAAAAAEkUABgAAAAAAQKIIwAAAAAAAAEgUARgAAAAAAACJIgADAAAAAAAgUQRgAAAAAAAAJIoADAAAAAAAgEQRgAEAAAAAAJAoAjAAAAAAAAASRQAGAAAAAABAogjAAAAAAAAASBQBGAAAAAAAAIkiAAMAAAAAACBRBGAAAAAAAAAkigAMAAAAAACARBGAAQAAAAAAkCgCMAAAAAAAABJFAAYAAAAAAECiCMAAAAAAAABIFAEYAAAAAAAAiSIAAwAAAAAAIFEEYAAAAAAAACSKAAwAAAAAAIBEEYABAAAAAACQKAIwAAAAAAAAEkUABgAAAAAAQKIIwAAAAAAAAEgUARgAAAAAAACJIgADAAAAAAAgUQRgAAAAAAAAJIoADAAAAAAAgEQRgAEAAAAAAJAoAjAAAAAAAAASRQAGAAAAAABAogjAAAAAAAAASBQBGAAAAAAAAIkiAAMAAAAAACBRBGAAAAAAAAAkigAMAAAAAACARBGAAQAAAAAAkCgCMAAAAAAAABJFAAYAAAAAAECiCMAAAI6q6eHr13va29vrcrW3t/dcvz48vdkfD/fk/9n1Tf9iv00P9/Qc/F5Wp+Ds1/UM73ePtikxB8Ku2dpHTdm3+eH7xDrgnNBCOWekxNmYHu7J+bJtb+/Z9Gs2Z3ubfDBW3xIA4MgRgAEAHDnTw9d72uvqWrt6ewfGx8fznhsfHx/o7e1qratr79k8Bjscssfb2jXw0/3uCbBLvM3ZT8M9XQNr/+5+8WpL7nPT19vrWrsGcr5sx8cHerta2yvEVdPXr61tr63v+c6K++58onvtnwNdIjAAgFwCMACAI2V6uKe9tat3YHzTluMDXa2HPgSbHr5e7fECh5O3OfssJ64qyqumrz/TW/rKHC8fVw2/uv43hXFaCZ3P97Wt/XvgmmI8AIANAjAAgKNj+np7a9dWBonHB7paD/PUVsOvGhSHhPM2Z3/lRVxtT30hL6/KibKirW9qZWVlami9YKtMXLWV8q+IiGj5wlPrCdh47zOH+EsbAKDGBGAAAEfFcE9r0X3obd19Q1NTK6umpob6utsKmhhNA/ZNZ/9KrrFNq2Fgb+VGXMX517vrpWFrtVwtuQVb42//uOj7dWvlXxER0XL1xY1Ubbz3VfMgAgBkCcAAAI6G3BVKstr6plbG+q92tqyPr7W0dF7tH8u9PT0ijKYBQEm5EVfx8l+/2FiTru0zrav/anno4fVHx382lb+93OkUu5+oovwrK2chMPMgAgCsE4ABABwFxfFX91C5UoqWzv6pvvw6MKNpAFAgN67aUmBVTk75V3XTH67JS8BKFZYBABxFAjAAgCMg7xb1iIjuof5KA2t50ylFbH00bfp6e12u0guJFbbqKVNoNj18vaenvb1gk+3t7T3Xrw+X2vBwT7ZNQeo33ttaeV/T08PXe/L2097e3nN9eLr8wRccQ/ZAp3O3kt1C2Q2U33JBX9rbeyp1pMxGtn5E62ev4KUr2lS1B7btA9nJuV3tbdGRV/9SFG4gd18FPcu/mLbZ7RI9Xu10hdNc7rWq0PeCAyy8MKo8O2X7UPq9XtCm5NuvoM1ak/Kb3+7bPE+Js7D1t9n6xkpfF9t955RRzcks07bUi7OtC29Ttf0KiO19lK3/7Va/QaqXN/1hDfKvvPKvKqc/XJOfgCncBgCIiIgVAACSrnBOw+gequpv2tq6u/v6hoamNpYJK7PJtr78FoUlZIXPl25VoluFTUpp6y7cetEBFyvc19RQ5T21dQ+VOoTCDrb1TQ0VLaNW+tAqKL2NjX4UHl/JrW/3iAq23tY3Vak/5V7bWhzINs/tVPFCdoW77itz6GX2XHS4Bc/vuNubdrnUVV7mtaqwqfWXqtILWun1LK3gVSxxNRa9IUvspNxWyn/UbOltXmIzFa/OLZ+FlZVS10XFM13uHbjF3ZT/dNn0c3jbF97efQWs7OCjrMQetnKIVSh+A1bYf5lrN/egcx7f+huxsDtb+9YBAEgmARgAQOJtJ//a4jZ3Z/SzUuxSOISZt4OtBmDVDJKWOYrCtKOt5Ja2csY370zRToo3v4MjKhzT7d78Vaju5d3ygWzj3FZ53GX7XHz8Jf90aCsB2Gbd3kmfC16rMvvK38Tm+9vqB8RmCViJPRYdStlt7FYA1rfZX2/jY7IwAOvetIfbSTmqTsA2abazN8tBugei3Pa3/Q1SrU3zrzJRV5lYLPfhbX1LV0zmAQCOJFMgAgAk3fQvfpr/QNtnWvenJ1sz3NM1ML55s6zx3me2vUzZcE9rb1U7Gu9t3WxKtfHxElvaykou09ef2bQzJXeSq6ZHNLD5q1Bqtq2aHMjmrfPObdXHHRHjva0l54O73l64XF6JP+2qejebdrua87Sx48qzmo1vfkLHe1s3P0dbXfMvb+q1iIF383s5/eO3i/Y4/rOp/Db5n1I1WEqpsvHe3s1e5p2vfDgwsNk+qnkHltDyhafygo7SXS087/kntZYX3u7ZyUfZ7n+DFFy1Dz9UYsbC3DfH6us0nTtvYttTX1j7q22v/rWu4ML46S+sAwYAHHkCMACApJv6WcEgYMlhugOncN2y7r7ciRiniqYWyx2j7ezPtqpQpLC+BtpwT0Hg0dY9tL6nor0MdG19uDpnhHMzJQalc+fr22wqsKxdOaKcbpTqRVHmUYsDqaZbOee26Ljz5zosnoyuxJh3/oo+q9sof/J23u3CHebO5lZid1WNaOe83uVPdF6jojOzxTX/KidgRZ9AxW0Ksprq8q+tvM1Lq/jO2PJZKL+X3Cu/6DXdTtBWuEpjqa5Wzr9248KruR19lO3kG6Q6BWe4zJ0lnc9vvAez69O15hzVxjpfO1n9a13LQw/n/FetrmAAgMOsdGEYAACJsRszIO7+/FfFCymV7sTGOmVb72V1TSrP0lVygq7tLu5TvLFq1lMqaLXTIyqxg82m3qvirGzjQLZ2bqtZZmqzVtV0u1Sntt/tzV6som3V4rXaxn42U+ntWmamwtw2lWZu2/x6ruJtXt2Z2ulZqGquxyrfHZva4qVT8PxOL7w9mQJxRx9lNfkGqWzzxe/KdHO9Uzl/ssPVv8rsyiSIAMCRpwIMAIBDYLz3mevDhTezd/avrIyN9fdfvdrZ2bK9G+YLqgRK3XhfWGxRWOxUpK3vzf7O7XSnaKq47qESFSy5BQUl7MIRldhGQclPQYVITQ6kpLLntrDco63vzVI1FJ39BYPWuTUSVXW75eqbNex2Z//K1NTQUF93d1tbW4kTnV/QUYUSr1XrZ4rylp3vp0DB1Gt5Z7VwCtYSbfJrxPZmjtYSZ6pwZsEa1D2Vfv8VXkLb2U/BW7Cw2KewOqmgDLXmF94uqOlH2S58gxRc2RUu25arYytTQ905K/S1tXX3DU2NrX++1KT8qwSTIAIAR54ADACAg6hoLHq8t6u1rq6urr29p+f68PB0Tcb1CoZYywxhFiQIm4wpbn/4snCquDITwRWdmly7cEQlt1GcquSoxYGUVPbcFk13VvZFKIzdcoKDve92RERLS2fn1f7+sbGxzSbsq0JV2VGp4yp8Pbc6cF42AcsLYtpyIoCcZcDyX70tTBm6A3uUslV3CW1rqrqCKzl/Br9N8q+IGl94u2CHH2W7/w1S8HmxydTCLZ39Y2PrNyKPjfVfzYnEy6z+NT093NPeXremvb2nOMQr3E1+clm41h4AwJEjAAMA4EAqFzOMjw8M9HZ1tbZWOyJYQWFxSnaFliKt+avlVB5T3P7AemFvym6pQnXGbhzRlteMq8WBlFR2Q1XvscRO1w9+77td3vT09PD16z3t7YXLmm2i1Gu1N8U8hQnY2lnNSwkefjG3YGetXGc/8q/SV3WtT1XNLqHSGyn4iMwpfypcU63qUH67F17t7fijbC++QWqjdPnX9PX21taugfGN4xsfH+jtam3f+pJxAABHmAAMACDpimp1DsmsSC1Xx4a6Nym1yY4I1tW19+zlIGbFE7jluGgbKpZfbcfWL4naRAVbPJCqz23Fhjs/e7vS7enh4es9Pe3Zgo/W1tau3t7cwe/a2aXap4K8YTWNyQu3up/ozDt12csuP+nYo/xrbwrAqr5gc3Kb4Z5SOc+Gno06r7IJWE5BUUTZOrRVe3bh7Ymcj7KD+w2Sr2T513BPQbS3bry3tafCnLVbq1cGAEg8ARgAQNIVRRVVzYo0fT17b/y+jp519o9NDfVtNoYZEeMDB+XG+L0ZWN9LB+eIDk5PtmSzbk8P97TX1dW1dnX1DgyMH97ooVQCVph/5Tcaf/vH0wXFSnuUfyVEmSWwChfPKpN/JeXCq+AQfIOULP/KfTDa+qZWVlamclYvHLh2IL7sAAAOAwEYAEDiFdWr5EyVVc70j9/O3hvfWle3a5NEFa65VEpL59X+sZWVlampob7utkoDmflr4GxLdqRxU2PbXeSrsuqLqqo5cVn7ckS7cSBbU7HsYec7rWG3h3vaW7sGCjbX1tbW3d03NDQ1tTLUXfrvDqLiBCyvuCsbBOYnYD+bSnT+VXX5zbaz3c4nihOwgiklc9aUynEwLrwtvJO2+1G2p98gW1d69a/c87KairXkrvlW/dJee1GRDABwkAnAAAASr3gtlE0TsLxR6fGB3q6Kky7thZaWzqv9Y2MrKysrU1NTQ32lxjKrCPYKNronqyNtV9lBzsLVcXIcyCPazoFsTdl1varY6Xp9TNUbqVm3Y7gnP4No6xuaWllZGRsb6++/2tnZcsjGrgs+aX767qs5HyNr2VbeaR5499WfJTf/2otLqDgBG65iSslDcOHV+qNsV75Bdqr06l95l0fpbLR8tLpbNxUAABxSAjAAgOQrnCgrYqCrUqA1ff2ZwuVHKq8iU7zHarKEgom6inoxvbE4Td7kVC0tLZ1Xr/aPja1M9eUPYW55vZOC4rjxt3+8nzNLFYxllxuOza+ZKXAgjqgWB7LDPZadI6xgeaTc8eU973bBO6Ct782rnQcgeti+/ARsfCA3ZFkvRck7zQMDuacgceUqVV5CuSlVZ3/lEqf+gk/i3MKgiBi4dm3zkro9uPB2/hWw44+y3f4G2fligjnXQV6hXm6ItfGeyD2l1ZaAHdJpYwEAakcABgBwFBQMkkbEQFe5FU9KxF9lZtHaguKB4LxVTooM99S1tm4sTlPl5FRbHj8vLI4b732m+KwM99TVtbf39PRcHx6e3tVF0QpHVEvllCVenlwH44hqcCBbVBhelTzubOVL3gM5ZRd73u3Ny4Aqv0kOoOJq0zU5EXrZ4GCLMfthMNDVUzR/bNEltLPCt4JznreYV+kt78uFt9WvgB1+lO3RN0iOLd9+kRvG530O7UTtagsBAJJBAAYAcCS0XB0rXNRlvLe1YHmv6enhnva61qLx/W0MzhWvO9bVvr6r6enhnvbi3eQqzDNioKuuPW8psunh6z2F48ib3O0+/vaPs1uYnh5eHSstKo4b721t3xiynp6+3tPeNRAxPj4wMNDb1dXa2louOKyBUqV6uS/R5uftgBxRLQ5ki4oy3vHe1rzLe3q4p72uIP4qSHbLdHu6+ut2R8Z7n8l9oXZ3Z7uk3MR1ue/NcilZjfKvEm/z/TTQlff+K/Gq7nTix+LLdk2Vn9y7cuHt9Ctghx9lu/INUtC//Gu9+nW5Vve/kf8V3mGSe+42crXNJ0aMwhkQkzanKADANlSzkCwAAIlQON9TVdr6pkpsqiBNK260nX11D1XYxVb/fJNObPR4iz0t2EvhX5c+XdXb1mu0SZ+29tebv7ZVtarBgWz13G51l8UXzB53exs7K9hY4Zuk1CFV9YLW7jou+b7dpNvl+15N76t6m9fmqt7Edq6enX5ilOp35TNaiwtvT74CdvhRVoNvkC2d9q29kjl/W7zf3A2vP1vywcpd2vIRAQAkjgowAICjo+Xq2NRQ91ZGFNv6psa2NzVT+aqEnK13V+pMZ/9WRj/b+qYKF8epNCFbbqOrY1WflJJ7qamqelP5xB2MI6rFgWx9l9VfMmUOvESpZJHuvu2kZCVU9SZpa8ub4G6LZSZ7r6j0JqJoarlSbbZf/1XV23xfbH59t/W9WYu570qe9PJndE8uvJ1/Bezwo6wG3yCbyK9y28opqlD+Vbjh1fUMp3MXTCtbAJa/qpoVwAAATIEIAHC0tHT2j00N9VUxptjWPTS1ss30KyIiOvsrpW1t3X1TY89/puIWWq5W19e27qEyOV3L1RfL/HneYGVnfxXJYPm91Fhn/9hUhaNu2/zEHZAjqsWBbFFVl0xbd1+lS7vihdvWPTTV/9DPKs/dVr3O/opnqHtoamzsxbyJ1oqXUjpoSoQxRVFMcZudzH9Y5dt8H3zm+QpvgVq+/4pXeay8cOOeXHg7/wqInX2U7fwbpLKC6LX6VcA2W/0rLzwc722tq6trzZm+tezUlvkrgJkAEQBAAAYAcAS1dF7tH1uZmhrq6+7Ov8s/2tra2rr7+oamVlbG+jt3OnjW0tk/NjU1lLeTtra27r6hqamx/qrGG1f7OtTXV9jV1b4OTU1V7Opa4NeW94fd3X1P5N8b39K5dk6KT8nme6m1lqtrZy63I6v9qHKg9kAcUS0OZKu77LzaP7aysnp55zyRc9yb7Dl76vIvm+wf1/6cbZyholO0urOCsGi1IOQAK0q3SoRbhStE7bBWpdq3+T5ouVrUt924lgrL4DYNP/bkwqvBV0Ds7KNsx98glXuWd9arjVs3Kf+KiErla5VK1fJWAJN/AQBERN3Kysp+9wEAAODQGO6pyynH2MFEoSTL9PX21t7cCMKVkXT5L3n30Mrm8yjmfHxs0n56evjVZ64NjK9uv62t+6kXn79aPqzL+2By8QEARET8/n53AAAA4CCYvt7e+na0Pfzww5954omHWltbW1oMIANltXzhqbbetYQqBt4d7u/cLAHr7F9Z6a9u4y2d/WOd1bWNggXA1H8BAESEKRABAADWjY+PDwwM9HZ1dbW2tta1l5r1LW+c2UgzHGF5y3Xt6xJ9eQuA+VQCAMgSgAEAAETxOkoR473P9AznZGDT08M97V15+Vc8/JCRZjiyOp/PWa1r/xKw4VdzZt/sftHshwAAESEAAwAAyCpOwGJ8oKu1bl1ra9fAeN7zbX3Pb7roD5BceUVg+5WA5dal+lACAFgnAAMAAIiIiJarb/YVRmCVtPW9qdICjrjcIrCBa6XmTd1tufmX8i8AgA0CMAAAgFUtV8emhrqrCcHauoemxow0A7lFYONv/3ivE7Dp69fW86/uoX7lXwAA6wRgAAAAG1o6+8dWVqaG+rq729raCrKwtra27u6+oamplbH+TukXEBHR2T+0FoGN9766t9Mg5iz/Jf4CAMhXt7Kyst99AAAAAAAAgJpRAQYAAAAAAECiCMAAAAAAAABIFAEYAAAAAAAAiSIAAwAAAAAAIFEEYAAAAAAAACSKAAwAAAAAAIBEEYABAAAAAACQKAIwAAAAAAAAEkUABgAAAAAAQKIIwAAAAAAAAEgUARgAAAAAAACJIgADAAAAAAAgUQRgAAAAAAAAJIoADAAAAAAAgEQRgAEAAAAAAJAoAjAAAAAAAAASRQAGAAAAAABAogjAAAAAAAAASBQBGAAAAAAAAIkiAAMAAAAAACBRBGAAAAAAAAAkigAMAAAAAACARBGAAQAAAAAAkCgCMAAAAAAAABJFAAYAAAAAAECiCMAAAAAAAABIFAEYAAAAAAAAiSIAAwAAAAAAIFEEYAAAAAAAACSKAAwAAAAAAIBEEYABAAAAAACQKAIwAAAAAAAAEkUABgAAAAAAQKIIwAAAAAAAAEgUARgAAAAAAACJIgADAAAAAAAgUQRgAAAAAAAAJIoADAAAAAAAgEQRgAEAAAAAAJAoAjAAAAAAAAASRQAGAAAAAABAogjAAAAAAAAASBQBGAAAAAAAAIkiAAMAAAAAACBRBGAAAAAAAAAkigAMAAAAAACARBGAAQAAAAAAkCgCMAAAAAAAABJFAAYAAAAAAECiCMAAAAAAAABIFAEYAAAAAAAAiSIAAwAAAAAAIFEEYAAAAAAAACSKAAwAAAAAAIBEEYABAAAAAACQKAIwAAAAAAAAEkUABgAAAAAAQKIIwAAAAAAAAEgUARgAAAAAAACJIgADAAAAAAAgUQRgAAAAAAAAJIoADAAAAAAAgEQRgAEAAAAAAJAoAjAAAAAAAAASRQAGAAAAAABAogjAAAAAAAAASBQBGAAAAAAAAIkiAAMAAAAAACBRBGAAAAAAAAAkigAMAAAAAACARBGAAQAAAAAAkCgCMAAAAAAAABJFAAYAAAAAAECiCMAAAAAAAABIFAEYAAAAAAAAiSIAAwAAAAAAIFEEYAAAAAAAACSKAAwAAAAAAIBEEYABAAAAAACQKAIwAAAAAAAAEkUABgAAAAAAQKIIwAAAAAAAAEgUARgAAAAAAACJIgADAAAAAAAgUQRgAAAAAAAAJIoADAAAAAAAgEQRgAEAAAAAAJAoAjAAAAAAAAASRQAGAAAAAABAogjAAAAAAAAASBQBGAAAAAAAAIkiAAMAAAAAACBRBGAAAAAAAAAkigAMAAAAAACARBGAAQAAAAAAkCgCMAAAAAAAABJFAAYAAAAAAECiCMAAAAAAAABIlN/f7w4AAADA0XP/nW/+/C/uxINPfrrvC8f3uzMAQI0sv/+D37z9wfJsREQ0N5546sqpCw27t7uFe6/9+cJ7d+7XRUQcb3684fnuk427tzs4XFSAAQAAAADATi19+8/mX1lLvyJidn7plWuz357cpd3dnrv0jdnR1fQrIu7P3pr96r+Z+8ku7Q4OHQEYAAAAAADsyPLgyx/fjIjGEy+82PzD7zT/8MVTTzdGRNz83vzgQs13t3C39/VMXUTz483f/X763e+nv/u1huaIiMzL37w7X/PdwWFkCkQAEsiEAwAAAMAemsy8NR8Rx55eH4JoOHH56w/Ey/NvzS+/9VdLl798opa7+8mPFn4ZUXdmYwii8dzpvpei9xsLs3cW3r59+rlztdwdHEoqwABIGhMOAAAAAHvq/dtLERGPpi7n3YB77HLXiYiID377fk13d2/8VtRFdDxxOu8G3IbTX3o8ViJG//ZeTXcHh5MKMAASJWfCgewtVwtLg298/NZ83Pze/JkXGy/XuA4sZ8KB7C1X87fvvvr6wmxkXv7m8e9+67Q6MAA4GOYnM+8MLd2cX1574Fjzoyee+nwqt0b8/R/MvvJBxKOnflhwg/bkx3/6vaWIEy9859SFXendwr13frTwF7dyqsm/eLIx71fL/Xe++fO/uBMPPvnpvi/ETwbmXlptHM2PN3zpi6cf28VSdwCgCsvzH0VEfO5cUZlX+g8+F0s343fzCxE1+8ZeuD8XEZFqKyrzeuyPU3ErE/P358PkNBx5KsAASJLSEw40Pt0YEctv/dVSjXeXnXAgCiccaGiOiDsLb9+u8e4AgO1YHnx59ur3MjnpV0Qsz36QeeXa/K7ViFdv/m7vN2b/4638avJv/Py10j8k7r32zZ+/tNE4Zm8tvFy2MQCwV353Z5Nlt5bv3K3h7j66/8vKDe7c/3UNdweHlAAMgAQx4QAAUGD+r3+TvT/mc19p/OF3mrP/u/6VE80REcs3hzL7vEj87K3MbBzv+Nqn3/1++t3vp999qbnjTKzE/dHXf/7OQlHjdxZG78SDT66udV+5MQCwZxaWfxURcezM6eLnHjjTGBHxq7vLxc9t0/w/3I+IOHP8k8XPfeL4gxER93/ttwEIwDY1PT09PT2ca3p6enp6v7sFQLHKEw5EZCccqJnKEw5ExPz9fR5RAwCW3/+75Yho/uIfPps+tv5oY/rUc188FhExv7z/X9cdX/v0c+eOr/5Hw8nnvtX8LyIi7v/HH5W4mabja5/u+8LajEYNJ5/71qf/9ZlYKdMYAACOLmuAlTY9PfzjV6/1DoxXbtbW3ffi81/obGnZm14BUFl1Ew7UbMbtj+7/MqKuQoM7938dYcZtANhPxy5/vflyqScaTz8QUbsbsbfv8ebnCm+mOfnUk8ffe+d+3a3MT7pPPpb7zJmGp9ajslXHn3wi9RevZ6K4MQAAHGUqwIpMD/e017W2dm2afkXE+EBvV2trXXvPdRVhAPvPhAMAQGULy/MLS+//debbL8//6fdqvTjo9jQ3/tfFDzb+81TJ3xLNF0qtZu+HBwAAFFMBlm+4p70rL/hqa2t7+OGHixv+9KcD4+vtxgd6W3/6s6Gx/s496CIAAABbMT+ZeWcoc3P/5zospemPjm/eqHLjhuNNEbNx/1cf1bDUHQAADjkBWK7hno30q61v6M2rnRXmNuyPiOnh68909Y5HRIwPdPU8sSICAwAAOEjmJz++ulHsday5MT71iROPnzvRePc3V390EKZABAAOv4Zjn4qYLf3c6noNnzp9rAmTjKkAACAASURBVPTz29D4R8cj7kfEx0vf/ovMzfnsT5pjzY+eeOrzH53+ZURdHP9kwW0xy+//4Ddvf7Cc7WRz44mnrpy6sIt3zizce+3PF967c78uIuJ48+MNz3eXKmSHXSUA2zB9/drA6j+7h6qLslo6r46tPNRT1zUQETFw7frznVetBwYAAHBQLL2TTb8ePXX9yydyR13m/7raTczf/V3Nu7Vh7h/uR+GyXltsvHB/LiLi+Kc+UdOeAQDVe+BMY8R8haXHS67XsG2fOP5gxOyd917/+OZ/s/7g8uwHmVc++L//54h/Wrhew9K3/+zjmzn/PTu/9Mq1pc99pfnZdA17te723KXXM3Ub66bfn701+9Vbqa9/v8l6pewpa4Ctm/7x26vVX91DWyrk6uwf6s7+a/ztH1sLDAAA4MCY/O3NiIgTL+SnXxEx/w9lyr8+Wt7TuRJn5//f4gfn/y7zy4g4k3q8YfPG8dH9X0ZE8Y3eAMCeOdb4iYiIm7eLFhld/TXyQGMtv6gbjv93ERH/7Lf/ORpPvPBi8w+/0/zD7zS+8MVj8Y8//acREY3HN376LA++/PHNiI2WL556ujEi4ub35gdrv4Towt3e1zN1Ec2PN3/3++l3v5/+7tcamiMiMi9/8+7BnJKaxBKArZv62Vr+9cRW5zHsfGItAfvZVE37BMBWNBz7VNnndmvCgTKMQwHAwbaQefuDwsca/+hYRMR8QQC29M7uzpR4a+GdwpGne2+/c78uovlC0UxBpRq/lh1jevK0W6oBYP9cOHciIuKDTH6ktDw4lC1G/4MLtdzb8sg/fjZWIv7xb/79v16fyfDYhT/5r/59/H3URXzysyfX205m3pqPiGNPr8952HDi8tcbn26MiOW3/qoosduhn/xo4ZcRcWZjzsPGc6f7Xmpojog7C2/frvHuoBIBGADJ8cCZxohYvnO3XINdmHAg7tz/dbkGBRMOAAB77vSx5oiIpVd+sLQWay3PT378765lZovaNp5+IAoaLyx9++W8+YJ2w/3/+I2fv3b7fvY/5m/ffe2bs+9FRKS+9IXiu23yGsfCvYqNAYC9k06tRkrXPn4/m4EtLA2+PL8aPn3+RE139rs7//g//s0DEfEPS18duJf94TJ/+27vN5b+S0Sc/pvllvfXmr6fLUp7NHU57x7dY5e7sondb9+PWro3fivqIjqeOJ13H0/D6S89HisRo397r6a7g4qsAbau9TNtEeMR8dNfTEfnllbyGn53dfGwts+07kLPAKjSscZPRMzHzdtLz6bzf1nu0oQDTRGzkRm/3fTYubxnfvK3mYj8CQcAgP3QkHrui0tXf7QcH3x89YOPc5449vRXTox9LzMbv5tfWFurI33qhUeXXvkg8hufeOEr8cr3an1z9LqOJxvm3lkYff3nozkP1kXq6y+VWCSj+fFU3MoUNT7+r0o1BgD21LHLV07dufbxzVh65VreL4fPfaXxcm0niFlY/lX809n6L51b+MsTdbdmv3or98ml1p7/8x+X/r/JUxfSEbE8/1FExOfOFSVw6T/4XCzdzP0tVIueZZcmTbWdK3zmsT9Oxa1MzN+fj6Iad9glKsDWtTz0cPYf473PXN/KUl7T16+t5l/x8ENbCs4AqLG9nXAgTrZlb196N38O64W7f5m93emPT5b7SwBgrzT+SeP1r5xoXh9naTz2uS+euv6dxsvp7OTJy2P/aWOGwwtfbnzhiyea1/6z+dHUCy+equ3vhyJ/dLrvpeZ/9fjxldX/Pt78ePN3v9/0WMmBqMbCxh1PNn/3+59+0qzLAHAANJx49juNLzyaLUCPiGhuPPHCi83Ppndnd8c+c7f/peaOM/m/Ivrv1kdE/Opu9hfO6pIQ5VWYR2cbVpeEKK/CPDpQcyrANnQ+39c20DseEeO9re0x9ObVzevApoevP9PVu7p4WFvf81tdPQyA2kqnnm5cemt++a1rHze+eOpCQ8TC0uAbH+/OhAMRj32x4cFbC7N3Fr46cPy73ScbI+Zv33319YXZiDjT8FTR7U4AwH5oTJ/639Knih4+8ex3Tjxb+OCxC39y6sKf5DduOPXD7xT/+U4df/Jb6SdX/33yye6TT3ZX93cNW2kMAOyxYxe+3Hjhy3uzr+U7dxtPPvetk8/lPriUl3gtLP8qosySEA+caYyYz0ZlNVoxff4f7keUWRLiE8cfjJiN+79eiNI3+kDNCcBytFx9s+/t1mycNd7b1dob0dbd/fBnnnjiocKmv3j33Z/99KcD4+MbD7X1vXlV/RfAftvDCQciIhpOP/+1+//29UzRhAOpr3/rtIp+AAAAoOYaTrQ3ZmYrrQEBhACsQMvVsamHep7pGlgLtsYHBsZjYKDiH0VEW/fQm/1bWzcMgF3ScOLZ7zzw+A9+8/YHy7MREdHceOKpK6cu7NLdRY3nmm68lHrtzxfeu3O/LiLiePPjDc93m88aAAAA2B3HLnedeOt7S/HBx3/60fILV1IXGiJi+f2/zrz9o11buBQOHwFYoZbO/rGV54evv3qtd2B88+Zt3X0vPl/FXIkA7KW9nHAgIhqKJhwAAAAA2DXpUy88+rtXPliO+cwr1zLrDzd/8dTTf5ddCQIQgJXU0nm1v/Nqf8T09PTU1FR2ysO1J7NTIra2tra0yL0AAAAAANhrF77ceP1c5p2hzM1s3NV44umu1OV0DP7dPncMDgwBWGUtLS0tLS0RnZ2d+90VAAAAjqjjT34r/eR+dwIAOGAa06ln06ln8x5bujMfEfGp08ciIhqOfSpitvRf/y6vZW069EfHI+6Xfu6j+7+MqIvjn9ylNSqg2O/tdwcAAAAAAICdW1j+VUTEsTOns//9wJnGiFi+c7fcH6y3rIlPHH8wIu7c/3W5BmeOf7KGu4PKBGAAAAAAAHBoLA++PPunfzb77/56ueCJ+f+0NBsRjScurNZZHWv8RETEzdtLhduY/O3NiIgHGmtZkdVwvCkiIjN+u/CZn/xtJiKi8XhjDXcHlQnAAAAAAADg0FiNtWb/bmk+9+GFzGs/Wo6I5n9+Yj1munDuRETEB5nBhdymy4NDSxERj/7BhZr27GTb47ESMfru3fye3f3LW1EX0fHHJ2u6O6jIGmA1MdxT1zUQEdE9tNJfw9XC6urqtveHKysrtesFwBG17Q9hAAAAgG3bfHT3wudTzR9kZuczr/3g2HNfPtEYEQtL376WmY2IxtRzf5KzrFc69XTj0lvzy29d+7jxxVMXGiIWlgbf+Pit+Yg49vTnT9S47499seHBWwuzdxa+OnD8u90nGyPmb9999fWF2Yg40/DUuRrvDiqpk5TUwoELwEIGBrADoi8AAADgQPsn/8N7/yLdVPjovfcm/o8rv1zIf7DhS+1PvlQ80+HCew+O/V/V77DqAef523P/9vVM0dBK6uvfb3qs+t3BzgnAamK3ArDtyY7bemUBts0HKQAAACRYQu58/Sf//f/6z85daVidVXBuYbL/P//NX/6X0m3PP/g//e8PNTX9txER8f/ce+8XxTnZJrY0TrJw77U/X3jvzv26iIjjzY83PN990upf7DUBWI1MT09HRLS0tOx3T4zbAuyYD1IAAABIMP/Hf0ucLg4pAVgC+TzanoTc9wEA7Bq/rwAAIBmMoG6J08Uh9fv73QHYf6IvAAAAAABIEgEYrHILAwBQjttlAAAA4HD5vf3uAAAAAAAAANSSAAwAAAAAAIBEEYABAAAAAACQKAIwAAAAAAAAEuX397sDAACw65bf/8Fv3v5geTYiIpobTzx15dSFht3b3cK91/584b079+siIo43P97wfPfJxt3bHQAAAFCgbmVlZb/7cEAM99R1Dex0I91DK/2dtejNTtTV1UWEV7Z6zhgAJNvSt//s45tFj37uK83PpqvcwpZ+Ldyeu/R6pq7w0dTXv9/0WJW7AwAAdpXxwC1xujikVIABAJBky4Mvf3wzIhpPvJCt+lpYGnzj47fm4+b35s+82Hi5xnVgC3d7X8/URTQ/3pyt+pq/fffV1xdmI/PyN49/91un1YHB4ZSZvDE4sRj15y9fSqf2sR9zo2+MzMTZi1c6mnL6te/dAgCqsPp7opKiL/XM3OjohzOL2b+qrz/7SEdHUyobR+29/dpvyN7YLmuArevsnxrqbtvvXgAAUEuTmbfmI+LY0+tzHjacuPz1xqcbI2L5rb9aqvHufvKjhV9GxJmNOQ8bz53ue6mhOSLuLLx9u8a7A46YTCYTEfWpk2sP3MssRkQqJf0CgASaG31jcGQt/YqIxcWZkcE3/pd/sY9dgsNFBViOls7+sanPtLf2jkdEtPVNjV1t2e8+AQCwA+/fXoqIeDSVX+l17HLXibe+txQf/Pb9L5+4ULvd3Ru/FXURHU/kV3o1nP7S4wsv3YrRv7333LmT5f4YYBOZudn8vKsoEAMADq5U+tKVkpOwr5WG1Z/v2Cj/ykzeGJmJiPqzFzs6mlIRmbnJ0ZGJxfjsM+9++O7RKf7ex7IzEkAAVqDl6thUtLf2jsd4b2vPQwdgRS8AdkdmbnLyw9nCeQRKNsyfb6D5kXS6ZEPg4Fme/ygi4nPnThQ+k/6Dz8XSzfjd/EJEzWZBXLg/FxGRajtX+Mxjf5yKW5mYvz8fJ82CCGxTtt7rbHPT6n9nA7H6Zj9MAOAQy0yOTixGQfwVc5NrD66NVaSa0pde+g//4Rv/8g8XJybn0h1NpTcHbDAFYrGWq2ND3RERMdDVM7zPnQFgN2TmRt8YHJkomkdgdK6w4eSNovkGJkYGbxQ1BA6m392Zr9xg+c7dGu7uo/u/rNzgzv1f13B3wBFjAkQASKCNpCu3qGtudiYi4uwj+ZVe0385/PcRETOzhiWgCirASursH+oe6BqIGLh2/flOEyECJMvc6ODITERE/fmLHenceQRmRm6kctabnRtdXZ52fcKBtZYFDYEDamH5VxERx86cLn7ugTONEfPxq7vLEcdqs7v5f7gfEXHm+CeLn/vE8QcjZuP+rxfisZpVnAFbUFT7Xbamu6Dl2fOPpNNl5xgs1bjp3ugbIzPFq9hvoQ/r5kbfyP5sWbc4MfjGRO4DMyNvzESJvQEAB9/c6EippCt720tO3fe60Ym/f+azn41MJhNqwGEzKsDK6Hy+ry0iYrz3VUVgAImSmfxwNf26fCmdM4/AxbMREYuzc5kSDdcnR0w1pS9dPl8fsTgx6XYrADgk5kZvFNV+l67pLm45MzEyeGMyU9gwIrtgR9WNq+8DAHBEbAw8pPOTrmyZdwWLmXu71itIDhVg5bRcfbPvZ6/+LCJ+MRydVgIDSIrV1eML5haIiKb0+fqZicXF2blMOpWK9Z+bhfMNRKTSj5ydGJmZmZ3raDLlNgAcdJnJGyMzi5FX0p2ZnBydmCms6S7fcmameLtrpeJFjScmioasqu9DgaaOK1c61jYxOLGYU+iVLQ47e/GKJUAA4HBanf2weOBhtQAsZ+LjDfMLv4nP/qESMKiGAKy8lqv9/fvdBwBqbC3/KrFafCp96Uo6p2WFn5snU/URixIwADgE1hfWyEmZUql0x6VUvDEyk7uIfOWWBZtdu2P77MVL6wFU2cbV96G8wgW/ilYEAwAOl9V1vorKv4BaMQUiAEfKallXbVaLX83IAIADaz2nKirpjqb0+frIWUS+zGLzGy3ztrtWU140YlXceAt9qHAghXlXYSAGABwqFX4gADWiAgyAoyS3rCtvHfr6+rOPdKSbiseQFjP3Igof3XQybuBgaDj2qYjZ0s/97s58RMSnTh+r2e4a/+h4xP3Sz310/5cRdXH8kw012x1QjbUpjYuXkF8NjxbXZhCqVPydamqun1jM+fqvUFNe3Lj6PpS3ukMFYACQEKvf7aV/IAC1IQAD4ChZLwCLyRuDuetzLC7OjAzO5E5MtDZ4VWKiw9UbxIGD74EzjRHzy3fuRpQOno6dOV3D3X3i+IMRs3fu/zqisWSDM8c/WcPdAdWbGXmj7Ld3/t0upUuqVnOqkg9X27j6PpSQ/Q2zMUSWHTQrGcABAAef/Av2ggAMgCNoZmQwov7s+UfS6ewq9HOToyMTi7E4MTiaWltJPpV+5OzEyEzMjLyROX+xY73l5IcT8i84LI41fiJiPm7eXno2fSLvmcnf3oyIeKCxlhVZDcebImYjM3676bFzec/85G8zERGNx0sHYwBlzI3mrihWmKEtTgy+MZH9Z976YgDAAVepQLzs3TQREdHY8IfrTWorb6Kc7Ew5HSXvtSnRsNSUOrD/BGAAHE25K9ZHqil96XLcGJxYjJkPJ9NNq8NHTR0Xz2ZGZhZjcWJkcGL9T+vPXzw/OzJhFkQ4DC6cOxEfLMUHmcHPn7i8kXUtDw4tRUQ8+gcXarq7k22Px3u3YvTdu0+dO72RdS3c/ctbURfR8cfmKoN9cvbilY7q7q8uPRlhmYU/t9S4+j4AAAm3tvRoufqvk6n6iMUKJeK1ngY5Mzc6OJJ/n83izMjgTPHvl7nRGyMzi0UN3YvDgSQAA+AoKrFi/VrB1+LsXCa9duNSU8ely82Tkx9OrP64W60ai8nZPe0usH3p1NONS2/NL7917ePGF09daIhYWBp84+O35iPi2NOfP7HpBrbmsS82PHhrYfbOwlcHjn+3+2RjxPztu6++vjAbEWcanjq32d8DtZYdPtp8ja31W63zfgmsK1z/s1LjtSmNttGHYk0dV650rNaB5QwsZR8QqQHA4VRp6dGIWP+pUWJRho7zn11vUDPr6Vf92gQ4azPlzIzcSOUmW3Oj2fSr/uzF1fKw1ehscWJ0skkExkEjAAPgKFkdgCr9S3HtyXyppnRHU7oj77G5taXE/LKDg+/Y5Sun7lz7+GYsvXJtKfeJz32l8XIt5z/Majj9/Nfu/9vXM3W3Zr96K/eJ1Ne/ddr8h7D3Vhf1XJyYnEsXhkWZ7JKga7lSU/p8/cxEqaaZyQ8L5z9ea1ycgM1NFpaJb6EPpWUHyXIW/MreNW7REAA4pO5tOqrQ1Hw2ZmbyZqmJiGj5UudnI2r8K2Dtl07+uujpSxczbxTeJrxWuZYzqU6qqePy+cxgyd9QsN9+b787AAB7qDaR1aa3agEHSsOJZ7/T+MKjx5rXHmhuPPHCi83Ppndnd43nmm681Nxx5vjK6gPHmx9v/u73mx7bnd0Bm0ilHzkbETEz8saNybn1uQkzc6M3BicWI+LsI+sjPetNb4xOrk1juNGw5HYXJwZvjK5vNjM3emOkeK3QLfShpOwg2cbPmNVAzC8RADicqhlVaEqfr4+IxYnBtV8ambnJG9/4l38YJWe12UlvssXr9ec7Cn6PrHVhdv3XS5mZG1NNzfURZaeBhv2jAgyAI2W1yqvELAJFd2CVvSN77bdh85ZnMQL2zbELX2688OU9213Dyee+dfK5PdsdUFFTx+WLMToys5i/qGdERNSfv5x7o/L6HcwzE4MzOU3Pnj+fmShMwTYajwzmhl71Z8/GzMxiYdtq+1CsKO8qDMQAgENl8wKwiEilOy5mBkdmouCXRvz9m5euXKldZyqMcaTSl67s0m2DsDdUgAFwpKzfgf3hZMF9SWsl/+s3Mq3+Es251Wm13eiE/AsADpNUU8elyxfPn62vX3+ovv7s+YuXrxTNO5hKX7py+WJOy/qz5y+WC6hS6YLN1p89f7HMXIZb6EOB1WEpBWAAcMSkmjoKfpbU//2bL/2b10Zrupeq0rhVTc3ZIZXZubyH1xZAdXcOB07dysrK5q04VOrq6iLCK1s9ZwyOmNXKrvwlW7OLu+bPeL3esmht19hkpQ4gafxaALZg9RfE2YtXLIMBAAfUIf2FX/tu585+E3OTkx/OziwuRkTU1599pCPdVJBplRwoGR2ZWdy1gZJD+kpxQAjAEsiHwlY5Y3D0zI3eGJkpXsyjPncZ14jICcsK263+zgOOCL8WgAJzo2+MzJQe6anwFABwQBzSX/i17/bqD5ezFy+nPiw1AFL8g2Y98cpttnvjJIf0leKAsAYYAEdQU8ely+m5ydEPV+9rivr6s82PpNNFP9ZS6UuXU5OTH06s/bSrP3u+VDsA4Ghpaj4bMzOxODE6mtq4OTqTmZscHclOqvyI9AsAOCxmRgbzhjzWZspZnBgcTeUWtWfm5mYzRTnZYmb2XqawWgz2nwqwBJKKb5UzBgBU5tcCUGz1hulSVH8BwAF3SH/h71oFWETx7M3r0x1u/LBZa51T8VVmUYmaOaSvFAfE7+13BwAAAODwaeq4cvni+bP1GyvTR9TXnz1/8fIV6RcAcLjUn08Xrl2aSj9yNiJicXYuExERmckPs4XuFy9tzHeYakpfuny+PiIWJ0YnM3vVX6iKKRABAABgO1JN6Y6m9H73AgBgu06m6iMWI1Kl5i9cezIrMzebLfQqGZVNjMzEYuZehNuAOEBUgAEAAAAAwNFTMvjaupOp+oiITEYJGAeKCjCAgys7zTEAB4SPZYCDw1ogAFALq1VeM7NzHU2FlV33MosRVYVk1beEvaQCDOAgqqurM8wKAAAAwG5aW+lr5sPCBbzWl/xqzgZjqabm7FJfk3OFG5mbnYmIqE+d3N3OwhapAAM4uNzWCgAABdwoBgC11JQ+Xz8zsbg4MXgjc7GjoykVEZm5ydGRiYIlv9aW+poZuRHnH0mn11pOfjiRTcoeSSsA42CpM7qaPNn/M+CVrZ4zxgHksgQAgJL8VAZg5w7pt8mudXtu9MbIzGLRw/VnL17qyJsYMTN5Y3CiuGFE/fnLl3Yj/zqkrxQHhAAsgXwobJUzxgHksgQAgJL8VAZg5w7pt8ludjuTmZsc/XBmMZtu1defbV4r8qrYsFLLWjikrxQHhAAsgXwobJUzxgHksgQAgJL8VAZg5w7pt8kh7fZOHMFDpoZ+b787AAAAAAAAALUkAAMAAAAAACBRBGAAAAAAAAAkigAMAAAAAACARBGAAQAAAAAAkCgCMAAAAAAAABJFAAYAAAAAAECi/P5+dwAAAA6EzNzk5IezM4uLERFRX3/2kY6OplTO85M3BicWK26i/vzlS+lUxSYAAADAHhCAAQBAZm50cGQm95HFxZmRwZmzF690NO1XpwAAAIDtqltZWdnvPlBjdXV1EeGVrZ4zxgHksgTYS3Ojb2TTr/rzFzvSTamIzNzk6MjEYlRV1LVWGqb+C2Av+KkMwM4d0m+TQ9rtnTiCh0wNWQMMAICjLTP54Wr6dflSenXOw1RT+tLFsxERi7NzmU3+fHQ1KeuQfgEAAMABIQADAOBIy8zNls6vmtLn62PTBGxuUvwFAAAAB441wAAAOMrW8q/mpqL8KpW+dCVd+a/nRrNzJ559RPwFAAAAB4gKMAAAjrJ7mcWIiFRqGwHWxuSJ6aba9goAAADYERVgAAAcYZlMJiKiPnUyIjM3Ofnh7MziYkREff3ZRzrSTZVysdXZD5V/AQAAwIEjAAMA4AhbLwCLyRuD2Twra3FxZmRwpv785Uvl0q25WeVfAAAAcEAJwAAAYGZkMKL+7PlH0ummVERk5iZHRyYWY3FicDR1paNEwrU2/aHyLwAAADiArAEGAAARcfbipY5s+hURqab0pcvn6yMiZj6czBS3zszNZqc/bFb+BQAAAAePAAwAAEpNZJhKP3I2ImJxdq4oAZN/AQAAwIEmAAMA4Ag7maqPiIhUqsREhmtPFltdOkz+BQAAAAeTAAwAgCOsZPC1qbnZ7Ppf8i8AAAA4mARgAAAcZatVXjOzc8XPrdZ5FYVkmUwmIqI+dXK3ewcAAABsiwAMAICjbG2lr5kPJwtW+spMflimzqtcMAYAAAAcEAIwAACOtqb0+fqIWJwYvDE6txqCZeYmbwxOLEZE/fl0Yf6lAAwAAAAOut/f7w4AAMD+SqUvXczcGJlZXJwZGZzJfab+7MVL6aIyLwVgAAAAcNAJwAAAoKnj0uX03OTohzOLixERUV9/tvmRdLpJxgUAAACHUd3Kysp+94Eaq6uriwivbPWcMQ4glyUAAJTkpzIAO3dIv00Oabd34ggeMjVkDTAAAAAAAAASRQAGAAAAAABAogjAAAAAAAAASBQBGAAAAAAAAIkiAAMAAAAAACBRBGAAAAAAAAAkigAMAAAAAACARBGAAQAAAAAAkCgCMAAA+P/Zu7/QuK57b/i/KVEQ1YXnEbhWOlGlCLuFUt5x/KSOUXgs8EWofSCO6SFQwnlSH4gCp6exC3UgJXAohOSlKcRJGkJciNtzCAdMi+JA7JILU/klxnFS2/NQCqmFMhNlGrmGecYXKiK60HsxkmX9syVrSzOz5/O5UvZeo7X2mr12tvxlrQUAAACkigAMAAAAAACAVBGAAQAAAAAAkCoCMAAAAAAAAFJFAAYAAAAAAECqCMAAAAAAAABIFQEYAAAAAAAAqSIAAwAAAAAAIFUEYAAAAAAAAKSKAAwAAAAAAIBUEYABAAAAAACQKgIwAAAAAAAAUkUABgAAAAAAQKoIwAAAAAAAAEgVARgAAAAAAACpIgADAAAAAAAgVQRgAAAAAAAApIoADAAAAAAAgFQRgAEAAAAAAJAqAjAAAAAAAABSRQAGAAAAAABAqgjAAAAAAAAASBUBGAAAAAAAAKkiAAMAAAAAACBVBGAAAAAAAACkigAMAAAAAACAVBGAAQAAAAAAkCoCMAAAAAAAAFJFAAYAAAAAAECqCMAAAAAAAABIFQEYAAAAAAAAqSIAAwAAAAAAIFUEYAAAAAAAAKSKAAwAAAAAAIBUEYABAAAAAACQKgIwAAAAAAAAUkUABgAAAAAAQKoIwAAAAAAAAEgVARgAAAAAAACpIgADAAAAAAAgVQRgAAAAAAAApIoADAAAAAAAgFQRgAEAAAAAAJAqAjAAAAAAAABSRQAGAAAAAABAqgjAAAAAAAAASBUBGAAAAAAAAKkiAAMAAAAAACBVBGAAAAAAAACkigAMAAAAJJouEgAAIABJREFUAACAVBGAAQAAAAAAkCoCMAAAAAAAAFJFAAYAAAAAAECqCMAAAAAAAABIFQEYAAAAAAAAqSIAAwAAAAAAIFUEYAAAAAAAAKSKAAwAAAAAAIBUEYABAAAAAACQKgIwAAAAAAAAUkUABgAAAAAAQKoIwAAAAAAAAEgVARgAAAAAAACpIgADAAAAAAAgVQRgAAAAAAAApIoADAAAAAAAgFQRgAEAAAAAAJAqAjAAAAAAAABSRQAGAAAAAABAqgjAAAAAAAAASBUBGAAAAAAAAKkiAAMAAAAAACBVBGAAAAAAAACkigAMAAAAAACAVBGAAQAAAAAAkCoCMAAAAAAAAFJFAAYAAAAAAECqCMAAAAAAAABIFQEYAAAAAAAAqSIAAwAAAAAAIFUEYAAAAAAAAKSKAAwAAAAAAIBUEYABAAAAAACQKgIwAAAAAAAAUkUABgAAAAAAQKoIwAAAAAAAAEgVARgAAAAAAACpIgADAAAAAAAgVQRgAAAAAAAApIoADAAAAAAAgFQRgAEAAAAAAJAqAjAAAAAAAABSRQAGAAAAAABAqgjAAAAAAAAASBUBGAAAAAAAAKkiAAMAAAAAACBVBGAAAAAAAACkigAMAAAAAACAVBGAAQAAAAAAkCoCMAAAAAAAAFJFAAYAAAAAAECqCMAAAAAAAABIFQEYAAAAAAAAqSIAAwAAAAAAIFUEYAAAAAAAAKTKXfVuAAAAANBapi785u8nPp4qRkREb67jsYObd3atX3Xj119+Y/yPY5OZiIj23l1dRwY35davOgAAGkFmenq63m0gYZlMJiJ8syunx2hAbksAANJq4tV/v3Z20dHdT/Y+nV/Jx1f7qnyptP+1ambh0eyzb/U8uMLfAED6NOk/vDRps9eiBS+ZBAnAUshDYbX0GA3IbQkAQCpNDb1Yfrscket4pjbra3xi6Pi1t8sR0fb4c7kDt58HtqpX5fGrh382Xozo3dVbm/VVvnT1pdfGixHR3fX6z7eYBwbQopr0H16atNlr0YKXTILsAQYAAABsjEJ1Juu6seZhV8eBZ3OP5yJi6u0/TCRc3Yfvjn8aEd1zax7m7t9y9IWu3ogYGz9xKeHqAABoIAIwAAAAYENcuDQREfFAdv5Mr7YD+zoiIj7+x4VEq7t+7nxkIgYenT/Tq2vLD3bFdMTwR9cTrQ4AgEYiAAMAAAA2wlT5i4iI3fd3LDyT/+ruiIgvy+MJVjc+WYqIyPbfv/DMg9/NRkSUJ8sJVgcAQEMRgAEAAAAb4cux2wROU2NXE6zui8lPb11gbPLzBKsDAKChCMAAAACADTA+9VlERFv3lsXn7u7ORUR8dnUqserKf5uMiOhuv3fxuXva74uImPw8yRlnAAA0EgEYAAAAAAAAqXJXvRsAAAAAQJ1NXfjN3098PFWMiIjeXMdjBzfv7Fq/6savv/zG+B/HJjMREe29u7qODG7KrV91AEALMgMMAAAAoKVNvPrv5V/Mpl8RUSxP/OL54quFdaruUmn/z4rDM+lXREwWzxd/9K+lD9epOgCgNQnAAAAAAFrX1NCL185GRK7jmed6f/er3t89t/nxXETE2V+Xh5LfJW386uHXqpmI3l29r7+Vf+et/Os/7uqNiKi++B9Xy4lXBwC0LAEYAAAAsAG62r6x7Lkvx8oREd/Y0pZYdbmvty977ovJTyMi2u9dxzX+mkah+nY5Itoev7HmYVfHgWdzj+ciYurtP0wkXN2H745/GhHdc2se5u7fcvSFrt6IGBs/cSnh6gCA1iUAAwAAADbC3d25iJgau7pcgbbuLQlWd0/7fRExNvn5cgW62+9NsLpmdeHSRETEA9kD89LAtgP7OiIiPv7HhUSru37ufGQiBh7dMm/Hr64tP9gV0xHDH11PtDoAoIUJwAAAAICN0Ja7JyLi7KVFk4oK/zgbEXF3LskZWV3tPRER1XOLJhV9+FE1IiLXnlt4pvVMlb+IiNh9f8fCM/mv7o6I+LKc5CqI45OliIhs//0Lzzz43WxERHnSKogAQDIEYAAAAMCG2FlLWT6uzt9ZamroVG0S0ld3Jlrdpv7apKJ35u8sNX71v2uTkL67KdHqmtPM4pPLu8WMvTsws/jk8m4xYw8AYFUEYAAAAMDGyGdndpZ6/tqFWgY2PjH0YnlmD6rvLZqEtEYPPtJ1X0SMjf/o2PVazFO+dPXwz8aLEdHd9diiSUgtaHzqs4hlFp+sLVkZn12dSqy68t8mI5ZZfLK2ZGVMfp7kjDMAoIXdVe8GAAAAAK2i7cDBzWPPXzsbE794ft5CiLufzB1Icv3Dmq4tR348+W+vVTPniz86f/OJ7LM/32L9QwCANDMDDAAAANgwXR1P/yr3zANtvbMHenMdzzzX+3R+farL3d9z8oXege726ZkD7b27el9/q+fB9akOAIBGYQYYAAAAsKHadv4wt/OHG1Zd16af/HzTTzasOgAAGoEZYAAAAAAAAKSKAAwAAACgNXW1fWPZc1+OlSMivrGlLbHqcl9vX/bcF5OfRkS035v8XnAAQEsSgAEAAAC0qLu7cxExNXZ1uQJt3VsSrO6e9vsiYmzy8+UKdLffm2B1AEArE4ABAAAAtKi23D0REWcvTSw8U/jH2YiIu3NJzsjqau+JiKieu7TwzIcfVSMicu25BKsDAFqZAAwAAACgVe28vyMi4uPq0PjNh6eGTk1ERDzw1Z2JVrepf1dMRwy/c7V88+Hxq/99PjIRA9/dlGh1AEALE4ABAAAAtKx89vFcREy9/fy1C7UMbHxi6MXy2+WIaHv8ex0JV/fgI133RcTY+I+OXa9lYOVLVw//bLwYEd1dj92fcHUAQOvKTE9P17sNJCyTyUSEb3bl9BgNyG0JAABL8qq8DsYnXn3+2tlFh3c/2ft0fh2qK18q/dtr1czCw9ln3+p5cB2qA1hCk/7fpEmbvRYteMkkSACWQh4Kq6XHaEBuSwAAWJJX5XUydeE3fz/x8VQxIiJ6cx2PHdy8M8ndvxYYv/7yG+N/HJvMRES09+7qOjK4ye5fwMZp0v+bNGmz16IFL5kECcBSyENhtfQYDchtCQAAS/KqDMDaNen/TZq02WvRgpdMgu6qdwMAAACgodX+5YWG4ktpTP6BEgBoHAIwAAAAWJqUBQAAmpQADAAAAG7FpBa4LWkxANBovlLvBgAAAAAAAECSBGAAAAAAAACkigAMAAAAAACAVBGAAQAAAAAAkCoCMAAAAAAAAFJFAAYAAAAAAECq3FXvBgAAAAAsK5PJ1LsJrJQvq1lMT0/XuwkAsO4EYAAAAEAjkqYAAHDHBGAAAABA4zJVBRIkVwagdWS8R6ZP7VXGN7tyeowG5LYEAGgE3srqpVoqFC4XRyuViIjo7OzbPjDQk11bSSA81mBWk46FJm32WrTgJZMgAVgKeSislh6jAbktAQAagbeyeqiWhofOjC4+3rfn4EDPHZYEZnisQU2TjoUmbfZatOAlkyABWAp5KKyWHqMBuS0BABqBt7KNVxo+Xsu0Onfs+en23pGI/1u8PHzmYiUiOncc2J/PLlVyIN+TjaiWCkuWBG7wWIOaJh0LTdrstWjBSyZBX6l3AwAAAAAiIqJauDyTaR3Yn+8ZiYiIbE9+/56+iIhKsVRdumT2FiUBAGhJAjAAAACgIVRLxdr8rYEF07d68js64+Zca+UlAQBoTXfVuwEAAAAAMZdq9fYsWr0wm99/MH8nJQEAaFFmgAEAAACN4Hq1EhGRzd52966VlwQAoEWZAQYAAAA0gGq1GhHRmd0UUS0VCpf/37fe+lrE8eMnO/u2D+R75tKuRSWLo5VKRETnwpIAALQqARgAAADQAG5M64rCyaGLlYivzZyoVEbPDI127jiwf2bDr0UlY7mSAAC0KgEYAAAA0DhGzwxFdPbt2J7f3vs/IuL/Fi8Pn7lYicrFoeHswYGepUrme7IRUS0VlilJMuZNt6vNtxtYvA1bdUEsOUc0CQBsIHuAAQAAAA2lb8/+gfxssJLtye8/sKMzImL0cqF6pyVZo2pp+PjQmYuz6VfMzLc7PlxaWHJmgh4AQH2ZAQYAAAA0kM4d+YWTt7L57X0Xz4xGpViq5ud2+Fp5SdaoNDx0ZjQionPHnlrkODvfbvTMyey8eV21HdpM9gIA6s0MMAAAAKABbMp2RkREdqncavbkKkuSiGrh8kz6dWD/7IS7bE9+/56+iIhKsXTzdLvaBLAlvxsAgA0kAAMAAAAawMojE+HKxqqWipWI6NwxsGBOV09+R2csSMBmJoBlN21oEwEAFrEEIgAAANAINmU7IyoxWiwN9Cxc2nBmX6mZ6GvlJVm72fyrt2dRl2bz+w/m5x+6Xq0sXRYAYGMJwAAAAIBGMLt/1+jlQr5n3lyj2SX4+np7VlmStVtVpFgqjkZENqI0fPLyaKUSERGdfTu25/MyMQBgQwnAAAAAgMbQk9/ROXqxUrk4dLK6Z6B2rFoqDJ+5WFuCL9+zdMmBnuyyJVmj2pqGtUUNq6VC4XJxJtfq7OzbPpDvmZeLzRQevTg0etPRyujFM6PFvj37B3wtAMCGyUxPT9e7DSQsk8lEhG925fQYDchtCQDQCLyV1UNp+OSZ0cqiw52L45OVl2QNSsPHz4xG9O05kL08dHFRf3fuOLB/bhLeTOGI6NyxZyA/E0wOD9e+qPllqQuPNahp0rHQpM1eixa8ZBIkAEshD4XV0mM0ILclAEAj8FZWJ9VqqTA8t35eZ1/vcgvorbwkd2ou05q3luHcfLvo23NwJnGsFk4OXazcfGTGsifYaB5rUNOkY6FJm70WLXjJJEgAlkIeCqulx2hAbksAgEbgray+9H9DmAvAlo21VjKz68ZEMglYfRlWUNOkY6FJm70WLXjJJOgr9W4AAAAAAI1uiY3VsvntfRERlWKperuPb8p2RtzYJAwAYN0JwAAAAABYxkxyFdnsEnO8Zk8CADQcARgAAAAAy1gy+AIAaHgCMAAAAACWMzPLa7RYWnzuerUScSMkqxZOHj9+/PjJwuJlDqulYiUiOnt7xGkAwMYQgAEAAACwnNmdvkYvLwy2qoXLoxERfb213cGyPb2dEVG5WFiYlZUKF+VfAMDGEoABAAAAsLye/I5asDV0crg0E4JVS4WTQ7VUa0e+Z6bgTAIWo2duKlgtDJ88UwvKtuflXwDARslMT0/Xuw0kLJPJRIRvduX0GA3IbQkA0Ai8ldWX/m8kpeGTZ0Yriw539u3ZP9CzgoLRt+fAgPlf9WdYQU2TjoUmbfZatOAlkyABWAp5KKyWHqMBuS0BABqBt7L60v8NplotFYYvj1Zq6VZnZ1/v9nx+qUyrWioULhdnC0ZnZ9/2AeFXgzCsoKZJx0KTNnstWvCSSZAALIU8FFZLj9GA3JYAAI3AW1l96X9InGEFNU06Fpq02WvRgpdMguwBBgAAAAAAQKoIwAAAAAAAAEgVARgAAAAAAACpIgADAAAAAAAgVQRgAAAAAAAApIoADAAAAAAAgFQRgAEAAAAAAJAqAjAAAAAAAABSRQAGAAAAAABAqgjAAAAAAAAASBUBGAAAAAAAAKkiAAMAAAAAACBVBGAAAAAAAACkigAMAAAAAACAVBGAAQAAAAAAkCoCMAAAAAAAAFJFAAYAAAAAAECqCMAAAAAAAABIFQEYAAAAAAAAqSIAAwAAAAAAIFUEYAAAAAAAAKSKAAwAAAAAAIBUEYABAAAAAACQKgIwAAAAAAAAUkUABgAAAAAAQKoIwAAAAAAAAEgVARgAAAAAAACpIgADAAAAAAAgVQRgAAAAAAAApIoADAAAAAAAgFS5q94NaFIjIyNXrlzZtm3b1q1b690WoFFNXfjN3098PFWMiIjeXMdjBzfv7Fq/6savv/zG+B/HJjMREe29u7qODG7KrV91AAAAAAANKzM9PV3vNjSikdOnr9R+2rZ379Z5J556Yt+xczeX7R88+ts3DzVQDpbJZCLCN7tyeoz1MPHqv187u+jo7id7n86v5OOrvS0vlfa/Vs0sPJp99q2eB1f4GwAAWMwfC/Wl/yFxhhXUNOlYaNJmr0ULXjIJEoAttFTCdfTKB4e2RsTppx5acGpxmQbgobBaeozETQ29WH67HJHreKY262t8Yuj4tbfLEdH2+HO5A7efB7aq23L86uGfjRcjenf11mZ9lS9dfem18WJEdHe9/vMt5oEBANwhfyzUl/6HxBlWUNOkY6FJm70WLXjJJMgeYPOMvPLQtsUR17nD2546HXH6qblT/YODg4ODg/39C8oAREShOpN13VjzsKvjwLO5x3MRMfX2HyYSru7Dd8c/jYjuuTUPc/dvOfpCV29EjI2fuJRwdQAAAAAAjU4AdpORV544PJdwHT116tSpo4O1iOvYvqeeev5Y7czRK9PTH7z55ptvvvnmBx9MXzk6G4Id2ycCAyIiLlyaiIh4IDt/plfbgX0dEREf/+NCotVdP3c+MhEDj86f6dW15Qe7Yjpi+KPriVYHAAAAANDwBGBzTr80G3/1H73ywZuH9u7du/fQmx/MJFzHarO/Bk8tWOlw66EPTg3O/HzsHQkYEFPlLyIidt/fsfBM/qu7IyK+LI8nWN34ZCkiItt//8IzD343GxFRniwnWB0AAAAAQOMTgN0w8tc/z/w0+NzNGdfWQ8/NBlzRf/TI3sWf3HtkdhbYn/86so4tBJrDl2O3CZymxq4mWN0Xk5/eusDY5OcJVgcAAAAA0PgEYDdc+cvM/K/BRxeEXHsfnU3AvvPNrbGErd/8Tu2Hc3+5sk6tA5rG+NRnERFt3VsWn7u7OxcR8dnVqcSqK/9tMiKiu/3exefuab8vImLy8yRnnAEAAAAANDwBGAAAAAAAAKkiALth27eXW8dwbnHEZZY4vFGg/9vb1ql1AAAAAAAArIwA7Ia5dQwPv3T65hOnXzo8szhinDvx3hIJ2Mh7J2YKLLNEIgAAAAAAABtGADZnbquvY/seeur0yMjIyMjI6ace2ncsIqK/vz8izh1+4pWF88NeeeLwcruHAQAAAAAAsNHuqncDGsneN08NHqvFXeeO7dt27KZT/Ud/+9t4Ytu5c3Hu8LbMicGjzz36zYj46zvPHz527kaZI/IvILravhFRXPrcl2PliIhvbGlLrLrc19sjJpc+98XkpxGZaL+3K7HqAAAAAACagABsnr1vXjkVT+y7kWnN6D/620Nbt8Zvj57YdvhcRJw7dnjfsQUfHTz1wSHrHwIRcXd3LqI8NXY1Yungqa17S4LV3dN+X0RxbPLziNySBbrb702wOgAAAACAxmcJxAW27n3zgytXTh0dHOzv7+/vHxw8eurK9Ey0tfXQB1eODvYv+kz/4NEr02+a/QXUtOXuiYg4e2li4ZnCP85GRNydS3JGVld7T0RE9dylhWc+/KgaEZFrXzoYAwAAAABIq8z09HS929B0RkZOX3nvnXf+EvHtRx/9p217tzbYzK9MJhMRvtmV02MkrXDtn389EdH2+HO5A3NZ19TQi+W3yxEPbP7dDztu9ytWc1t+eKzwwvnIdHe9/vMtc1nX+NXDPxsvRgz8OP+T++/gIgAA8MdCvel/SJxhBTVNOhaatNlr0YKXTIIEYCnkobBaeozEzWZd0fHMc5t3dkWMTwwdv/Z2ORalYstZ1W05m3XFrt7XBzflIsqXrr702ngxIhakYgAArIo/FupL/0PiDCuoadKx0KTNXosWvGQSJABLIQ+F1dJjrIPxiVefv3Z20eHdT/Y+nV/J51d5W5Yvlf7ttWpm4eHss2/1PLiy3wAAwBL8sVBf+h8SZ1hBTZOOhSZt9lq04CWTIAFYCnkorJYeY51MXfjN3098PFWMiIjeXMdjBzfvXOnuX3dwW45ff/mN8T+OTWYiItp7d3UdGdxk7hcAwJr4Y6G+9D8kzrCCmiYdC03a7LVowUsmQQKwFPJQWC09RgNyWwIANAJvZfWl/yFxhhXUNOlYaNJmr0ULXjIJ+kq9G5AOp5/K1Dx1OtHfm7kjiTYBAAAAAACgyQjAAAAAAAAASJW76t0AbuXOpnaaBAYAAAAAALQye4AlZGRkJCJi69at9W6JdVFXT4/RgNyWAACNwFtZfel/SJxhBTVNOhaatNlr0YKXTIIEYCnkobBaeowG5LYEAGgE3srqS/9D4gwrqGnSsdCkzV6LFrxkEmQPMAAAAAAAAFJFAAYAAAAAAECq3FXvBjS+kZGRiCtXrswd2bZtW4Ps9gUAAAAAAMBCArCljYycfu+l5w8fO3frYv2DR5878k97ZWEAAAAAAAANI2P7uIVGTj/1xL7bJV/z9Q8e/e2bhxomBbMx4GrpsQTVOhMak2EOAKyWPxbqS/9D4gwrqGnSsdCkzV6LFrxkEiQAm+/0Uw/ND7/6+/u/853vLC745z8fOzcvJOsfPPXBm3vXuXkr46GwWnosEaIvGp9hDgCslj8W6kv/Q+IMK6hp0rHQpM1eixa8ZBIkALvZ6acy+47N/Nx/9NRvD+29zayukdOvPLHv8GwQNnhquiEiMA+F1dJjidCNNDL3JwBwZ7xF1Jf+h8QZVlDTpGOhSZu9Fi14ySRIADZn5JWHts2EWauKsuZis/6jVz5ogJUQPRRWS48lQjfSyNyfAMCd8RZRX/ofEmdYQU2TjoUmbfZatOAlk6Cv1LsBjWPkvRMzU7kGT61qItfeN08N1n46d+K9kcTbBQAAAAAAwGoIwG648pfZ/OvR1a5juPfR2QTsL1cSbRMAAAAAAACrJQADAAAAAAAgVQRgN2z7dn/thz//dbXrGJ5+p7YHWPR/e1uibQIAAAAAAGC1BGA3bP3md2o/nDv8xCuricBGXnl+Jv+K73xza9LNAgAAAAAAYFUEYHP2Hjk6Mwfs3OFtD71yeiUh2MjpVx7adnhm87D+o0dWu3sYAAAAAAAACctMT0/Xuw0NZOSmOCsiIvoHB7/z7Ucf/ebCgn99552//PnPx87dVLb/6JUPDjXEBLBMJhMRvtmV02OJ0I00MvcnAHBnvEXUl/6HxBlWUNOkY6FJm70WLXjJJEgAttDI6aee2Hfs3O0L3qx/8NRv39zbEOlXeCisnh5LhG6kkbk/AYA74y2ivvQ/JM6wgpomHQtN2uy1aMFLJkECsCWNnH7lpecPryQG6x88+tyRQw2TfUWEh8Lq6bFE6MY7UC0VCpeLo5VKRER0dvZtHxjoyd72U4WTQxcr0bfn4EDPujcxLdyfAMCd8RZRX/ofEmdYQU2TjoUmbfZatOAlkyAB2K2NjIxcuXKltuTh7LHakojbtm3burWhcq8bPBRWS48lQjeuUrU0PHRmdPHx2+VaM/HX7QtyM/cnAHBnvEXUl/6HxBlWUNOkY6FJm70WLXjJJEgAlkIeCqulxxKhG1elNHy8ln517tgzkO/JRlRLheEzFysR0bnjwP78MvPAbsRfArDVcX8CAHfGW0R96X9InGEFNU06Fpq02WvRgpdMgr5S7wYAtJ5q4fJM+nVgf35mzcNsT37/nr6IiEqxVF3uc8Mz6RcAAAAAAMsTgAFstGqpWJvpNbBgoldPfkdnLJ+AlQoXKxF9fX0b0EYAAAAAgCZ2V70bANBqZvOv3p5F6xxm8/sP5pf5WGn4zGhE356B3uLoEnuHAQAAAAAwywwwgA12vVqJiMhml9nna0m1+KtzR962XwAAAAAAt2MGGMDGqlarERGd2U0R1VKhcLk4WqlERHR29m0fyPcslYvNxl8D+WzE9Y1tLwAAAABA0xGAAWysGxPAonBy6GJl7kSlMnpmaLRzx4H9C7YGmxd/AQAAAABwOwIwgLoYPTMU0dm3Y3s+35ONiGqpMHzmYiUqF4eGswcH5lY6FH8BAAAAAKySPcAA6qVvz/6BWvoVEdme/P4DOzojIkYvF6qzZaqFy+IvAAAAAIDVEYAB1EfnjnzPgkPZ/Pa+iIhKsVRLwKqF4YuViL7t4i8AAAAAgJUTgAFsrE3ZzoiIyGaXCLVmT0bEXPy1Z2BhUgYAAAAAwC3YAwxgY2Wz2YjKCgpWS8VKRMTomeOjS5yuHe7ccWC/6WEAAAAAAPOYAQawwWZmeY0WS4vPXa9WIpaZHQYAAAAAwMqYAQawwbL57X0Xz4zG6OVCvmfe7K1q4fJoRERfb09EZPP7D+aX+Hxp+PiZ0Yi+PQctjQgAAAAAsBQzwAA2XE9+R2dEVC4OnRwuVWvHqqXCyaGLlYjo3JEXbAEAAAAArIEZYAAbL5vfv6d68sxopTJ6ZmjeBl+dfXvs6QUAAAAAsDYCMIC66BnYfyBfKgxfHq1UIiKis7Ovd3s+3yP9AgAAAABYo8z09HS920DCMplMRPhmV06PJUI30sjcnwDAnfEWUV/6HxJnWEFNk46FJm32WrTgJZMge4ABAAAAAACQKgIwAAAAAAAAUkUABgAAAAAAQKoIwAAAAAAAAEgVARgAAAAAAACpIgADAAAAAAAgVQRgAAAAAAAApIoADAAAAAAAgFQRgAEAAAAAAJAqAjAAAAAAAABSRQAGAAAAAABAqgjAAAAAAAAASBUBGAAAAAAAAKkiAAMAAAAAACBVBGAAAAAAAACkigAMAAAAAACAVBGAAQAAAAAAkCoCMAAAAAAAAFJFAAYAAAAAAECqCMAAAAAAAABIFQEYAAAAAAAAqSIAAwAAAAAAIFUEYAAAAAAAAKSKAAwAAAAAAIBUEYABAAAAAACQKgIwAAAAAAAAUkUABgAAAAAAQKoIwAAAAAAAAEgVARgAAAAAAACpIgADAAAAAAAgVQRgAAAAAAAApIoADAAAAAAAgFQRgAEAAAAAAJAqAjAAAAAAAABSRQAGAAAAAABAqgjAAAAAAAAASBUBGAAAAAAAAKkiAAMAAAAAACBVBGAAAAAAAACkigAMAAAAAACAVBGAAQAAAAAAkCoCMAAAAAAAAFJFAAYAAAAAAECqCMAAAAAu9/wXAAAgAElEQVQAAABIFQEYAAAAAAAAqSIAAwAAAAAAIFUEYAAAAAAAAKSKAAwAAAAAAIBUEYABAAAAAACQKgIwAAAAAAAAUkUABgAAAAAAQKoIwAAAAAAAAEgVARgAAAAAAACpIgADAAAAAAAgVQRgAAAAAAAApIoADAAAAAAAgFQRgAEAAAAAAJAqAjAAAAAAAABSRQAGAAAAAABAqgjAAAAAAAAASBUBGAAAAAAAAKkiAAMAAAAAACBVBGAAAAAAAACkigAMAAAAAACAVBGAAQAAAAAAkCoCMAAAAAAAAFJFAAYAAAAAAECqCMAAAAAAAABIFQEYAAAAAAAAqSIAAwAAAAAAIFUEYAAAAAAAAKSKAAwAAAAAAIBUEYABAAAAAACQKgIwAAAAAAAAUkUABgAAAAAAQKoIwAAAAAAAAEgVARgAAAAAAACpIgADAAAAAAAgVQRgAAAAAAAApIoADAAAAAAAgFS5q94NAAAAAAAAmsbUhferJ/40USxHRESubfe+rz2db1ui4PjEq8erZ8tTERHR1vtAx2Pfy+7s2ogmXn/5X4vD3V2v/3xLbqnT5UtXT7xT/ePYZCYior13V9eRRzblNqRlbJzM9PR0vdtAwjKZTET4ZldOjyVCN9LI3J8AwJ3xFlFf+h8SZ1hBTZOOhcZo9vjEq89fO7v4+AObf/fDjpsPlN8vH3p3alG5tt1P5p7Or7CyO73kD48VXjgfmWUCsA+PffLC+Vr0dbP2f3nhW9+XgaWJGWAAAAAAAMDt3Ui/2h5/8msH8m0RUxfe//sv3p2Kj6/99Ot3//Lh2XlghWsz6Veu45mDm3d2xY2SZ39d7n4ud2D9kqYPj33ywvlYlG/NulSqpV+9u3qPDG7KRcT49Zd/VhyOyf964+quZWaM0ZTsAQYAAAAAANxO+f3qTPr1XO7AzJqHbTsfzj3zQERE8U8T5ZmCU0OnJiIictlXnt08u+Zh286Hc6880hYx9fYfJtaphZO//4/CUrO75nz4UTUiYlfv0Vr6FRFdm37yQldvRIyNn7i0Tg2jHgRgAAAAAADAbUxd+NNURPQ+8rUF87d2fi/bGxHliQvjtQNfjpUjInbvyy6YT5V7OLs7Ij7+x4XEW1e+VDr8r5/811hkon1gV/syqyZeP3c+MhED390073DXpv/VHdMRpb9NJt4w6sYSiAAAAAAAwK2NT3xQjoi2h/6ftoWnurK//FX2ppJTn0VEtHVvWfxb7u7ORZQnzhc271zpTmArMnn+neqnEfft6joyuCXe++SPSf5ympMZYAAAAAAAwK1dnSpGRNydS2L7rs+uTiXwW+bJZf/3j791dPDWm3ht6t8V0xHDH12fd3j8+v83FpmInq+3J90s6scMMAAAAAAA4JbKV7+MiMi15SLKhervT02cLU/Vjuze97Xv59sWBU9TY1cjFqZlM6sjJq79+4M9Kyn34CNd950fL54vHo7eI7VtwMavv/zG+KcRme6ux+5fl8ZRHwIwAAAAAADglsp/m4qIuKct3i8fevem+VvlqbO/Lp/NZV95dnbHr66Oh3LVYjnOXpp4Ot8x77cU/nF2w1q8tK4tR19of/mN4h/PF390fu7wfbtm8zBSwxKIAAAAAADASnx87dC7U70PZJ95rvd3v+r93a9yzzzSFhFRrh76zcRsobYD+zpqhf/5xeqF8drBqQvvX/vpryeW+qUbavLDP1VLY5GZf7RYrn4+Xp8GsV7MAAMAAAAAAFbogc2//OGNeV1tOx/OvRLlQ+9OxcfVoe91HKiteZjf/MwDX/7i46koV3/xfPXGR3sf2fz4n669vT6rIK7Ih8c+eeF8ZKJ94Mc9P7m/PSJi/Prv3yj+51j1xZ9N/ssL3/p+Eluc0RDMAAMAAAAAAFak7fHvdSw4lHs4uzsiYuqD/zO3NOLOH+ZeeTK7+8aigrmOx5/M/fLhuzemlcsYv/rf5yMTMfDjb82kXxHRten7P//W/+6O6Zj8rzeu1jGcI2FmgAEAAAAAALeU+3pbxFTE3bklpkjd3Z2LWBQd5fLZp/PZp+cdmxgrR0R8Y0vbOrXzVsp/qn4akenueuz+BWfav/9o9j9fq8bY5OcRdgJLCTPAAAAAAACAW8ptSWLy1vjUZxERbd1bEvhlibqn/b6IiEk7gaWHAAwAAAAAALi1LW29ERET5wuLz305f17X1NCLxX/+9+JP359aUK78fyaKEZHr2NlwO219MflpRET7vQ3XMu6UAAwAAAAAALi1ruxjD0REnD1VXbDYYfn96tmIiI5d+dqBttw9ERHFP03MKzleffndqYjo/Z8d9VllMPc/s/dFxNj4iUsLT334UTUiorv93g1vFetFAAYAAAAAANzOzu9leyOiXD304rULMysFTl14v3yoFms9kt25qOTLv5nNwMYnXn2+WoyIXPYnD9djA7CIiK4tP9gV0xHDr33y8nvXZ1t2/ffHPnnhfGQiBh7dYgOw9MhMT0/Xuw0kLJPJRIRvduX0WCJ0I43M/QkA3BlvEfWl/yFxhhXUNOlYaIxmF6799NcTxUWHex/Y/Msfdtx8pDwbjM2T63jm4OYVr394p5dcfu+Tf/v9ZKa76/WfLw60Jn//H5/851hkFn2q9/vfOvpP7ausigYmAEuhxngONhM9lgjdSCNzfwIAd8ZbRH3pf0icYQU1TToWGqbZ41MX/vD3Ex9PFSMiojfX8dC+7IH8EpO6yoXq709Vz85MtGrb/Uj2+w+vavHDdQnAImKyfOnqS+9UP52Jwdp7d2V/8MiWB+3+lTICsBRqmOdg09BjidCNNDL3JwBwZ7xF1Jf+h8QZVlDTpGOhSZu9Fi14ySTIHmAAAAAAAACkigAMAAAAAACAVBGAAQAAAAAAkCoCMAAAAAAAAFJFAAYAAAAAAECqCMAAAAAAAABIFQEYAAAAAAAAqSIAAwAAAAAAIFUEYAAAAAAAAKTKXfVuAAAAAAAAkFqZTKZeH5+enl5L1TQ1ARgAAAAAAJC8NUZfsBYCMAAAAAAAYL3UZRqW7A17gAEAAAAAAJAqAjAAAAAAAABSRQAGAAAAAABAqgjAAAAAAAAASBUBGAAAAAAAAKkiAAMAAAAAACBVBGAAAAAAAACkigAMAAAAAACAVBGAAQAAAAAAkCp31bsBAAAAAABAi6qWCoXLxdFKJSIiOjv7tg8M9GSXLDg8fHleuXxPdqmCEBERmenp6Xq3gYRlMpmI8M2unB6D1DPMAYA74y2ivvQ/JM6wgpomHQvN2OzbtblaGh46M7r4eN+egwM9KyjYuePA/vzSGVgzdhfJEoClkIG9WnoMUs8wBwDujLeI+tL/kDjDCmqadCw0Y7Nv3ebS8PFaqNW5Y89AvicbUS0Vhs9crMSCaKtaODl0sRLR2bdnZnbYXMFFWdmKqqYV2AMMAAAAAADYWNXC5Zn068D+/Myah9me/P49fRERlWKpOluyVJjJxObWRpwrOFosbWy7aRoCMAAAAAAAYENVS8WZVGvBGoY9+R2dcXMCViqORkT0bV9QcFO2MyKiWq0GLOGuejcAAAAAAABoKbP5V2/Poi28svn9B/M3/XfPwMGDAxvXMlLDDDAAAAAAAGAjXa9WIiKy2UX510rNRGhr+RWkmxlgAAAAAADABppZt7AzuymiWioULhdHK5WIiM7Ovu0D+Z7bhFrVUmH4zMVKRPTtGehZ/+bSlARgAAAAAADABroxASwKJ4cuVuZOVCqjZ4ZGO3cc2J9fMgMrDR8/Mzrzc+eOPfvz4i+WIwADAAAAAAA23uiZoYjOvh3b8/mebMzN7KpcHBrOHlxmbldnZ2dEpVKJysUzJ6s7BgaWjspoeZnp6el6t4GEZTKZiPDNrpweg9QzzAGAO+Mtor70PyTOsIKaJh0LzdjsZds8N5Gr7/9n7/5C47zS/ME/1djBtBdcCBoro7il1kqBXwiULbqTIEME3puRAiOLXgJDLjIeGGmZ9LQ1F242jWFoCN3QuRi502HWGrozuQgDYUD2QKS5WTEKWCTpYFtg/IOoVlG1o4k8YYsyrBsTXWgvSpL115aSt/RWvfp8blL1vqd0Hk7llEv++pxzZlPQVVlZE7bzKrCVdqWpscm52KlhIw4XyfpO2gUAAAAAAAAHUVPXlj0M84WT7RER5flS5VEvzbf2DHQ1RUT5+kypVvXRyARgAAAAAADAPjqWb4qIiHx+mzVeqzcfK9/a1hQRUak8MirjgBKAAQAAAAAA+2jb4AsSJQADAAAAAAD208oqr7n5bXYvvFcpR6yFZJWZq++88847V2e2WeW1sSVsIAADAAAAAAD20+pJX3M3NwdblZmbcxER7W3V08FW9jnc5qSv1ZZN+WM1rpaGJAADAAAAAAD2V2uhqxpsjV2dKq2EYJXSzNWx6+WIaOoqtK40XMvKJh82jEppaq1lT8ECMLaRW15eTrsGEpbL5SLCO7t7RgwyzzQHAL4Z3yLSZfwhcaYVVDXoXGjEsh9Xc2nq6uRcecvlpvYz/T2t669UVoOxx7bcbddknwAsg0zsvTJikHmmOQDwzfgWkS7jD4kzraCqQedCI5a9i5orldLM1M25cjXdampqbztZKLRus6RrY8Noamo/2VNo3fH0r0YcLpIlAMsgE3uvjBhknmkOAHwzvkWky/hD4kwrqGrQudCIZadYcyMOF8lyBhgAAAAAAACZIgADAAAAAAAgUwRgAAAAAAAAZIoADAAAAAAAgEwRgAEAAAAAAJApAjAAAAAAAAAyRQAGAAAAAABApgjAAAAAAAAAyBQBGJCUYrE4MTFRLBbTLgQAAAAAgIPtUNoFAA2jODExW33U2dvbseHG0Kt9o9Pr23YPjrx7+fz6RgAAAAAAsE9yy8vLaddAwnK5XER4Z3fPiD3WdgnXyOy18x0RMTF0etOtrW0gbaY5APDN+BaRLuMPiTOtoKpB50Ijlp1izY04XCRLAJZBJvZeGbFHK1463Tm8XcI1OL58OYZyfaMrz7sHB5+NiFu3Rqen17fp3Zcy4VFMcwDgm/EtIl3GHxJnWkFVg86FRixbAEaKBGAZZGLvlRF7lPXxV/fgyMWzT8dnV94Yrq75GhzsHh2dji1rvda/SARGPTDNAYBvxreIdBl/SJxpBVUNOhcasWwBGCkSgGWQib1XRuwRJtZWeG3IuDauCtsu43r4QgkYdcA0BwC+Gd8i0mX8IXGmFVQ16FxoxLIFYKToO2kXANSz4me3Vh4NXlx/mlfH+YuDq4+7Ry5sk2/1Xhjprj669VmxhhUCAAAAAMBmAjDgEWZvr25keHZTyNV7djUBe/bpjthGx9PPVh9M356tUXUAAAAAALCdQ2kXAAC7svTJv/z3+58uzUdERFvL0ZfPfe+55tp1t3jvH/9p8T/vPMhFRBxpe6H5wuCxltp1BwAAAAAkyAow4BE6n9lpH8OHmyPusMXhWoPuZzprVB0Hyf3f/GTh16vpV0TML9z/9Rvzv5mpUXc3Sv0/n59aSb8i4sH8R/Ov/XXp4xp1BwAAAAAkSwAGPMLDfQyH35xYf2PizeGVzRFj+v0PtknAih+8v9Jghy0SYfeWxn711YcR0XL0Zxfb/u23bf928XuvtEREfPjPC2OLiXe3eHf4rUouou2Ftrd/X7jy+8Lbf9fcFhFR+dU/3F1IvDsAAAAAIHECMOBRHh71Ndp3emiiWCwWi8WJodN9oxER3d3dETE9/OqlzevDLr06vNPpYbBXM5X3FiLi8Ctrex42Hx14veWVlohYeu8/7ifc3cf/vvh5RJx4uOdhy6njI79sbouIO4vv30i4OwAAAAAgeQIw4JF6L4+vRmDTo32dnZ2dnZ19o9MREd0j7777cndExPRwZ+700KWJiYmJiYlLQ6dznavxV/fIBfkX39InN+5HRPwwP7DhxK/DA31HIyI+/dMniXZ3b/qjyEX0nD2+4cSv5uN/+UIsR0z94V6i3QEAAAAANXAo7QKAetd7eXY8Xl0JvR7qHnn3fEdHvDvyfjXtmh4dri4LW2dw/Np5+x/yLS0tfBkR8eKpo5vvFL77Ytz/ML5eWIxo3vrCb2bxQSkiIt99avOd53+Uj48qsfBgIY61bH0hAAAAAFA/rAADHquj9/K12dnxkcHB7u7u7u7BwZHx2eWVaKvj/LXZkcHuLa/pHhyZXb5s9Rff3td3HnPs1tKduwl29+WDzx/d4M6DLxLsDgAAAACoBSvAgF3p6Og9f7n3/La3zl++dv5CcWL2gytXbkc8c/bsS529HVZ+kYzFpT9GRBw+cXzrvSdOtEQsxB/vLkUcTqa7hf96EBFx4shTW+89eeQHEfPx4IvFeD6xFWcAAAAAQA0IwIBEdHT0dpzvteILAAAAAID02QIRAAAAAACATLECDEhKsTgxOxsR0WkHRAAAAAAAUiQAA5Iy+2Zf32hExOD48mUBGAAAAAAAabEFIgD1rPnw93e89/WdhYiI7x8/nFh3LX92ZMd7Xz74PCLiyFPNiXUHAAAAANSEFWDAIxWLxW/7qg77IfJtPHGiJWJh6c7diO2Dp8MnjifY3ZNHfhAxf+fBFxEt2zY4ceSpBLsDAAAAAGpBAAY8wsRQZ3VXwz0Z7etc/6LB8eXLvcnVxEFzuOXJiIX48Mb9nxaObrgz86cPIyKeaElyRVbzkdaI+ahM32h9/tSGOx//oRIR0XJk+2AMAAAAAKgftkAEoL49d+poRMSnlbHF9ZeXxsbvR0T88LvPJdrdse4XYjli6srdhfWXF+/+60eRi+j50bFEuwMAAAAAasAKMOARei+MD97qG51eedo9OPjszo1v3Rqdno6I6O4efHZdu2c6a1ghB0Eh/0rL/fcWlt5746uWi997rjli8f7YO1+9txARh1/586OP/QF78/xfNP/go8X5O4uvjR55e/BYS8TCjbtvvrU4HxEnml8+9bjXAwAAAACpyy0vL6ddAwnL5XIR4Z3dPSP2GMWJS6/2DVdDsO7B8Xcv925/ptfEUK66X6I9D0nc4v3fvPHVh1suv/g3bT8t7Ob1e5zmCzdKf/tWJbf5cv7137c+v7ufAABkhF8W0mX8IXGmFVQ16FxoxLJTrLkRh4tk2QIReJyO3vPXlmdHBrsjYnq0r/P00KVi2jVx0DQf/elvW372w8NtqxfaWo7+7OIu06+9aznVevWXbT0njqx+QzrS9kLb29IvAAAAAGgUVoBlkGR7r4zYbhUnhl5d3Q+xe2T83fMbl4JZAUb9Ms0BgG/Gt4h0GX9InGkFVQ06FxqxbCvASJEVYMCudfRevjY7PtIdETE93Nd5emjCUjAAAAAAAOqOAAzYE/shAgAAAABQ7wRgwN51nL98bXZ8JQQb7sydvmQpGAAAAAAAdUMABnwz1f0QB9fth3jlVto1AQAAAABACMCAb2PDoWCjo9Np1wMAAAAAACEAA76t9YeCAQAAAABAHTiUdgFAFnScv3ztpbOX3rxyOyLimc606wEAAAAA4CDLLS8vp10DCcvlchHhnd09IwaZZ5oDAN+MbxHpMv6QONMKqhp0LjRi2SnW3IjDRbKsAANqZGLo9Bu3IiKevXjtcm8aFVT/kIM1/pdgE1+CAQAAALJKAAbUzPT0dETEs/vfs5wDAAAAAOAgE4ABmWVtB7ATMTkAAABAtn0n7QIAAAAAAAAgSQIwAAAAAAAAMkUABgAAAAAAQKYIwAAAAAAAAMgUARgAAAAAAACZIgADAAAAAAAgUwRgAAAAAAAAZIoADAAAAAAAgEw5lHYBQD0rFidmZ7/haz+7lWgpAAAAAACwSwIw4BFm3+zrG027CAAAAAAA2BMBGAAZUSnNzNycnyuXIyKiqan9ZE9Pa/5x7aoNC635bVoCAAAAAI0pt7y8nHYNJCyXy0WEd3b3jNjOvs0WiGs6O3s7OpKoZve8pwdPpTQ1Njm39Xr7mXM9revbzVwdu17e5gc0dQ30F2RgB4dPCQB2yR8Z6TL+kDjTCqoadC40Ytkp1tyIw0WyBGAZZGLvlRHLHu/pQVOaeqeafjV1nekptOYjKqWZqcnr5diYbK22a2o/s7rmq1KZmZm6PleOrWEZWeZTAoBd8kdGuow/JM60gqoGnQuNWLYAjBR9J+0CAODbqczcXEm/BvoLK3se5lsL/WfaIyLK86XKSsPS/FxERPuZ/p61HQ/z+UJPT1dTRMTczZlKAAAAAAAZIAADoLFVSvPVlV49m7YwbC10NcW6BGw1/2rbvMwrXzhZzcoq92peLQAAAACwDw6lXQAAfBur+Vdb65YTvPKF/nOFh09be86d69nHygAAAACAtAjAgEcoXhp68/ZuGz9z9uzT0dnZ2dHRUcuaYKN7lXJERD6/Jf/avUrF3ocAAAAAkCUCMOARZm+Pjo7uuvXDpt2DIxcvnO8VhFF7K9lVU/5YRKU0M3Nzfq5cjohoamo/2VNo3U0utrKIbJvNEQEAAACAhiQAA2pgenS4b/T9kdlr52Vg1NjaArCYuTp2vfzwRrk8Nzk219Q10F94dAZWmZm6Xj1ErCD/aiBLn/zLf7//6dJ8RES0tRx9+dz3nmuuXXeL9/7xnxb/886DXETEkbYXmi8MHmupXXcAAAAAfEu55eXltGsgYblcLiK8s7tnxHZWLE7Mzu6++WdXrrx/a3R6eu3C4Pjy5d4a1PU43tMDpDT1zuTcyuOm9q6ThUJrPiIqpZmpyWoe1n7mXM/OyVZp6urkXDliF0kZ9eP+b37y1Ydbrr74N20/LWzTejt7+pS4Uep/q5LbfDX/+u9bn99ldwA0Ll8s02X8IXGmFVQ16FxoxLJTrLkRh4tkCcAyyMTeKyOWsOLEpVf7hldSsHQiMO/pAfIwANsSdFVW1oTtnG2tthB/NZSlsV8tvLcQ0XL0Z9VVX4v3x9756r2FiDj8ysWWgV2tA9v9p8Ti3eGfL85HtL3QVl31tXDj7ptvLc5HxInmt39x3DowgIzzxTJdxh8SZ1pBVYPOhUYsWwBGir6TdgFA5nT0nr82O9JdfTL6xqViuuVwQGyzgWG+cLI9IqI8X6ps84rSlPSrIc1UVrKutT0Pm48OvN7ySktELL33H/cT7u7jf1/8PCJOPNzzsOXU8ZFfNrdFxJ3F928k3B0AAAAAyRCAAbXQ8dLLKwnY9O097KEIe3Ys3xQREfn8NhHW6s0tKqWpdybnpF+N6JMb9yMifpjfuNLr8EDf0YiIT//0SaLd3Zv+KHIRPWc3rvRqPv6XL8RyxNQf7iXaHQAAAAAJEYABNfEwAbv1mSVg1NC2wdejVWaujlW3TWw/I/1qNEsLX0ZEvHjq6OY7he++GBHx9cJigt0tPihFROS7T22+8/yP8hERCw8WEuwOAAAAgKQIwIDa6Hj62eoDS8CorZVVXnPzpa337lXKERtDsofHfrWfOdfTKv1qNF/feUzgtHTnboLdffng80c3uPPgiwS7AwAAACApAjAAGtrqSV9zN2c2nfRVmblZXefVtnY6WGnq4bFfPZvPDKMBLC79MSLi8InjW+89caIlIuKPd5cS627hvx5ERJw48tTWe08e+UFExIMvklxxBgAAAEBCBGAANLjWQldTRJSvj12dKq2EYJXS2kqvrsJq0rWWiJ2x8SEAAAAAZNqhtAsAMqr42a3qg+5nOtOthOzLF/rPVK5OzpXLc5Njc+vvNK3Pukoz18sRETE3+c7c5p9Rbd7lTDAAAAAAyAIBGFATxQ/en64+evbpjnRL4UBo7ekfKJRmpm7OlashV1NTe9vJQmHdIV+VSmWnVwMAAAAA2SIAA2ph4s3hlfxr8GxvuqVwYOTzrT39rT073y/0nyvsYz0AAAAAQGqcAQYkrTgxdLpvdOWJ/AtIUPPh7+947+s7CxER3z9+OLHuWv7syI73vnzweUTEkaeaE+sOAAAAgMRYAQY8QrE4MTu7y7affXbl9u1bt0anpx9eGxy/LP8CEvTEiZaIhaU7dyO2D54OnzieYHdPHvlBxPydB19EtGzb4MSRpxLsDgAAAICkCMCAR5h9s29tLdeedY/Mir+AZB1ueTJiIT68cf+nhaMb7sz86cOIiCdaklyR1XykNWI+KtM3Wp8/teHOx3+oRES0HNk+GAMAAAAgXbZABJLXPTgyPrt87XxH2oUAmfPcqaMREZ9WxhbXX14aG78fEfHD7z6XaHfHul+I5YipK3cX1l9evPuvH0UuoudHxxLtDgAAAICE5JaXl9OugYTlcrmI8M7unhHb2V62QIyI6Ozs7Oiog9jLewoZtjT2q4X3FiLi6M8ufu+55ojF+2PvfPXeQkQcfuViy8CuVoDt/lNi8e7wzxfnI+KFtrcHj7VELNy4++Zbi/MRcaL57V8ctwIMION8sUyX8YfEmVZQ1aBzoRHLTrHmRhwukiUAyyATe6+MWPZ4TyHTFu//5o2vPtxy+cW/aftpYZc/Yi+fEgs3Sn/7ViW3+XL+9d+3Pr/L7gBoXL5Ypsv4Q+JMK6hq0LnQiGULwEiRACyDTOy9MmLZ4z2FzFv65F/++/1Pl+YjIqKt5ejL57733B5O/9rrp8TivX/8p8X/vPMgFxFxpO2F5guDx6z9AjgQfLFMl/GHxJlWUNWgc6ERyxaAkSIBWAaZ2HtlxLLHewo8mk8JAHbJHxnpMv6QONMKqhp0LjRi2QIwUvSdtAsAAAAAAACAJAnAAAAAAAAAyBQBGAAAAAAAAJkiAAMAAAAAACBTBGAAAAAAAABkigAMAAAAAACATBGAAQAAAAAAkCkCMAAAAAAAADJFAAYAAAAAAECmHEq7AAAyIpfLpV0C7I3/aWk4y8vLaZcAAAAAjUEABsC3JUUAAAAAAOqKAAyAZFiXAFA7/qkBAAAA7IkzwAAAAAAAAMgUARgAAAAAAACZIgADAAAAAAAgUwRgAAAAAAAAZIoADAAAAAAAgEw5lHYBDahYLM7OzkZEZ2dnR0dH2uUAAAAAALIoPAcAACAASURBVACwnhVg2ygWJ4ZOn87lhiY2Xp64NHQ6l8t1dnb29fX19fV1dnbmcrnTQ5cmiilVCgAAAAAAwGYCsE2Kl4ZOd3b2jU5Pb75+urNveHR66yumR4f7Ok8PCcEAAAAAAADqgi0Q1yteOt05vE3Gtel69+Dgs9VHt0ZXIrHp0b7OGF++3LsfZQIAAAAAALCz3PLycto11I2JoVzfaPVh98j4u+d7O7a5Pnvt/Ppjv4oTl17tWwnHttxMSS6Xiwjv7O4Zsezxnu4zA059qpRmZm7Oz5XLERHR1NR+sqenNf/o15Sm3pmca+oa6C88piHsM5+0kBazL13GHxJnWkFVg86FRiw7xZobcbhIli0QH5q4sj7l6u3Ycj0Gx7cEXB2956+ND1YfTw+/ufHUMAAgHZXS1Dtjk9dX06+IKJfnJsfemSo96lWlqcm52tcGAAAAQM0JwNY8zL9efqlj2+sjF7bf4bD3wkh39dGtz5wEBgCpK02NVZOspq4zA+fOnTt3buBMV1NExNzk1ZnKTi+6Kv4CAAAAyAgB2FbPPr39NoY7XY/oeHrlTLDp27O1qQkA2K3KzM2V9Gugv7Cy52G+tdB/pj0iojxf2pqAVWauvjM5V95yHQAAAIDGJAB7rM5nutMuAQDYtUppvhwRTV09m87xai10NcWWBKxSmrr6ztj1ckQ0tbc37WOhAAAAANSMAGzNWtA1emXDSV5ry7t23t/w4S6Jz3TWqDoAYFdW86+21vzmW/lC/7lz5871rw/GKqWbc+WIpvaugY03AAAAAGhgArA1HS+9vJqA9Q2tj8BWj/iaHn5zYpvXRfHSG9ufHgYA7Lt7lXJERD6/2zAr3951ZqB/83IxAAAAABqZAOyhjvMXB1cejvadHpooPrzxbjUCG+07fWnTKrDixNCrw9PVx/IvAEhbpVKJiGjKH4uolGamrl59p+rq1alSZevpX/lCT09h62IxAAAAABqaAGy93svjgyurwKZH+zpzp08PXZqYKBaL8dK74yPdETE93Jk7PTR0aWJi4tKlodOnc519o6vx18i75+VfAJCutQVgMXN1bPL6XLm8cqNcnpscG7s6szUDAwAAACBzcsvLy2nXUGeKl053rq7p2rXukdlrdRN/5XK5iPDO7p4Ryx7v6T4z4NSR0tQ7k3Mrj5vau04Wqsu7KqWZqcnr5YiI9jPnelq3f3Fl5urY9XI0dQ04Dox645MW0mL2pcv4Q+JMK6hq0LnQiGWnWHMjDhfJsgJsi47z15Znx0dWl4I9VvfgyHgdpV8AQEREtJ/pf7i5Yb610D/Q1RQRMXfTKjAAAACArDuUdgH1qaP3/OXe85ejWJyY/eDKldtx69atDQ2effbZZ545+/RLvb2CLwCoQ01dhc3LvPKFk+3XJ+eiPF+qFPJWeAEAAABkmADskTo6ejvO9/amXQYAsEvH8k0R5Yj8dgnX6k0AAAAAMs4WiABAhmwbfAEAAABwwAjAAIAsOZavnvQ1X9p6716lHCEkAwAAAMg+ARgAkCX5wsn2iIi5mzOVjXcqMzfnIiLa2zafDgYAAABAxgjAEjExlKsamkj05+a+kURLAIBG01roaoqI8vWxq1OllRCsUpq5Ona9HBFNXQX5FwAAAOyL5eXl5eXltKvggDqUdgEAAMnKF/rPVK5OzpXLc5Njc+vvNLWf6S/Y/xAAAAAg8wRgde2bZeMWgQFw4LX29A8USjNTN+fK5YiIaGpqbztZKLRKvwAAAAAOgpzlh8koFosRER0dHWlXshqAeWd3z4hlj/d0nxlwgFrzSQtpMfvSZfwhcaYVVDXoXGjQstNiuBCAZZCJvVdGLHu8p/vMgAPUmk9aSIvZly7jD4kzraCqQedCg5adFsPFd9IuAAAAAAAAAJIkAAMAAAAAACBTDqVdQP0rFosRs7OzD690dnbWyWlfAAAAAAAAbCYA216xOPHBm28Mj04/uln34MjFCy/1ysIAAAAAAADqRs4RcJsVJ4Ze7Xtc8rVR9+DIu5fP100K5nC/vTJi2eM93WcGHKDWfNJCWsy+dBl/SJxpBVUNOhcatOy0GC4EYBtNDJ3eGH51d3c/++yzWxveujU6vSEk6x4cv3a5t8bl7Y6JvVdGLHu8p/vMgAPUmk9aSIvZly7jD4kzraCqQedCg5adFsOFAGy9iaFc3+jK4+6R8XfP9z5mVVdx4tKrfcOrQdjg+HJdRGAm9l4Zsezxnu4zAw5Qaz5pIS1mX7qMPyTOtIKqBp0LDVp2WgwXArCHipdOd66EWXuKsh7GZt0js9fqYCdEE3uvjFj2eE/3mQEHqDWftJAWsy9dxh8SZ1pBVYPOhQYtOy2Gi++kXUD9KH7w/spSrsHxPS3k6r08Plh9NP3+B8XE6wIAAAAAAGAvBGBrZm+v5l9n97qPYe/Z1QTs9myiNQEAAAAAALBXAjAAAAAAAAAyRQC2pvOZ7uqDW5/tdR/DiSvVM8Ci+5nORGsCAAAAAABgrwRgazqefrb6YHr41Ut7icCKl95Yyb/i2ac7ki4LAAAAAACAPRGAPdR7YWRlDdj0cOfpSxO7CcGKE5dOdw6vHB7WPXJhr6eHAQAAAAAAkLDc8vJy2jXUkeK6OCsiIroHB5995uzZpzc3/OzKldu3bo1Or2vbPTJ77XxdLADL5XIR4Z3dPSOWPd7TfWbAAWrNJy2kxexLl/GHxJlWUNWgc6FBy06L4UIAtllxYujVvtHpxzdcr3tw/N3LvXWRfoWJvXdGLHu8p/vMgAPUmk9aSIvZly7jD4kzraCqQedCg5adFsOFLRA36+i9fG15dnxksHtXzbsHR8Znl6/VT/oFAAAAAABwwFkB9mjFYnF2dra65eHqteqWiJ2dnR0d9Zl6Sbb3yohlj/d0nxlwgFrzSQtpMfvSZfwhcaYVVDXoXGjQstNiuBCAZZCJvVdGLHu8p/vMgAPUmk9aSIvZly7jD4kzraCqQedCg5adFsOFLRABAAAAAADIFAEYAAAAAAAAmSIAAwAAAAAAIFMOpV0AAAAAAADQ+IrFYszOzj680NnZGdHR0ZFeSRxgAjAAAAAAAOAbKk5cevON4dHpRzbq7h58+eKFl3qFYeyb3PLycto1kLBcLhcR3tndM2LZ4z3dZwYcoNZ80kJazL50GX9InGkFVQ06F+qx7OLE0Kt9j4m+NuoeHH/3cu8+pGD1OFzsLwFYBpnYe2XEssd7us8MOECt+aSFtJh96TL+kDjTCqoadC7UXdnFS6c7hx+GX93d3RER09Mrl7oHR15+5vbt2xG3bo1Orw/Jukdmr52vdQZWd8PFvhOAZZCJvVdGLHu8p/vMgAPUmk9aSIvZly7jD4kzraCqQedCnZW9Lv7qHhl/9/y6VV1rt9YnXRs3ShwcX77cW9P66my4SIEALINM7L0yYtnjPd1nBhyg1nzSQlrMvnQZf0icaQVVDToX6qrsh/HX9su51u5vTLrWpWa1jsDqarhIxXfSLgAAAAAAAGggxQ/eX13KdXHbzQw7zl8cjIiI0TcuFddffneku/pw9MpEbWvkwBOAAQAAAAAAuzd7ezX/OrvTKq7es9UEbPr9D9YlYNHx0ssrCditz4pbXwXJEYABAAAAAAC1MX17dv3Tjqef3fY6JM0ZYBmUsb1N5//3n6RdwgHV9m+/3enWX8+c/QY/8PeFKzvd+l//ry+/wQ+sf//P//HkTrf+x53/2s9KaBT/88Sf7XTr+v/yf+9nJQBQU13/3/+20y3f/3cp8a/r1KED+DsUwFb1/7crO/0un9Vf5Fe/yE0M5fpGI9afAPbNvsjV/7eaR/yJTJ07lHYBsCO/+tahxP/UOYC/ttXJlzMaSFa/MQPAJr7/f3t18pdE1NQB/B0KYKs6/9uVg/GLfO/ZwRgdjYjp4Tcn+v/fD5L96b7VkAgBGPXuEf8EICkZWzP37T32rx72+q8eHvsn1iP+Lc83k/p7+thfSh+x0KcRpT7gGfDY7+6P+JfywEHgk5bMeOzfB+3D9/89qcPZl/jX9XpWh+O/P/b/dygOjgM7rWhENf3blUTmwqN/l6/FL/LpTuFNX+TWErAY7YsfvxabvsitrRBbv0Ysojhx6dW+4erxYZ//+LVH9/gtv9V8++GSwzU6ARgAAAAAALAXvRdGukdXsqyIiLh0aeLppyPis8+uvD88unZj8OJK+jUxdLrv4eUY3LdKObAEYAAAAAAAwJ50nL82fntdpjU83LelTffI7OXetWdr6Vf34Pi7l+P/tAM2tfWdtAsAAAAAAAAaTu/la7Pjg93b3useHJldXtv7cP3l8dlrl3s3X4fkWQEGAAAAAAB8Ax29l69VzygdHxm8cjsinjl79qXO3o4tCVfv5eXly/tfIAeYAAwAAAAAAPhWes+v2+0Q6oAtEAEAAAAAAMgUARgAAAAAALA/JoZOnz59+nTaZZB9AjAAAAAAAGC/TE9PT0+nXQTZJwADAAAAAAAgUwRgAAAAAAAAZIoADAAAAAAAgEwRgAEAAAAAAJApAjAAAAAAAAAyRQAGAAAAAABApgjAAAAAAAAAyBQBGAAAAAAAAJkiAAMAAAAAACBTDqVdAAAAAAAA0ECKxYnZ2dUn/yMiIiYmJnb32s9u1aQk2EwABgAAAAAA7N7sm319o6tPPv/xaxHR19eXYkGwlS0QAQAAAAAAyBQrwAAAAAAAgN3rvDA+fnbt2e8+iIjx8fG9/YzffZBsTbCJAAwAAAAAANi9jo7ejo7VJ/O/+yAient79/Qj5gVg1JgtEAEAAAAAAMgUARgAAAAAAACZIgADAAAAAAAgU5wBBgAAAAAA7F7x0tCbt1efvB6HI2JoaGiHxs+cPft0dHZ2djw8Ngz2gQAMAAAAAADYvdnbo6Ojq09e//FrEbHuwmYP73QPjly8cL5XEMZ+sAUiAAAAAABQe9Ojw32dpy8V066DA8EKMAAAAAAAYPc6L4yPn1179rsPImJ8fHzH5p9dufL+rdHp6eqz6eHOoaeXX69xiSAAAwAAAAAAdq+jo/fhgV7zv/sgInp7e3ds3tvbez4uFycuvdo3PB0RMdo39PqPD9e+Tg40WyACAAAAAAA11tF7/trsSHf1yY4HhkFSBGAAAAAAAMA+6Hjp5e60a+CgsAUiAAAAADSMpU/+5b/f/3RpPiIi2lqOvnzue8811667xXv/+E+L/3nnQS4i4kjbC80XBo+11K47IPM6Xnq5e3j1NDCoJSvAAAAAAKAx3P/NTxZ+vZp+RcT8wv1fvzH/m5kadXej1P/z+amV9CsiHsx/NP/aX5c+rlF3wIHQ8fSzaZfAASEAAwAAAIAGsDT2q68+jIiWoz+72PZvv237t4vfe6UlIuLDf14YW0y8u8W7w29VchFtL7S9/fvCld8X3v675raIiMqv/uHuQuLdAUCyBGAAAAAAUP9mKu8tRMThV9b2PGw+OvB6yystEbH03n/cT7i7j/998fOIOPFwz8OWU8dHftncFhF3Ft+/kXB3AJAwARgAAAAA1L1PbtyPiPhhfmDDiV+HB/qORkR8+qdPEu3u3vRHkYvoOXt8w4lfzcf/8oVYjpj6w71EuwMOjuJnt9IugQNCAAYAAAAA9W5p4cuIiBdPHd18p/DdFyMivl5IchfExQeliIh896nNd57/UT4iYuGBXRCBb6L4wfvTadfAASEAAwAAAIB69/WdxwROS3fuJtjdlw8+f3SDOw++SLA74MCYeHNY/sU+EYABAAAAQJ1bXPpjRMThE8e33nviREtExB/vLiXW3cJ/PYiIOHHkqa33njzyg4iIB18kueIMOAiKE0On+0ZXngymWgoHwqG0CwAAAAAAABpIsTgxO7v65H9ERMTExMT2bT/77Mrt27dujU6vW/o1OH45fveTmpYIAjAAAAAAAGD3Zt/sW1vLFZ//+LWI6Ovr2+WLu0dmL/fG/O9qUxqssgUiAAAAAABQc92DI+Ozy9fOd6RdCAeCFWAAAAAAAMDudV4YHz+79ux3H0TE+Pj4I9p3dnZ0iL3YXwIwAAAAAKhzzYe/HzG//b2v7yxERHz/+OHEumv5syMRD7a/9+WDzyNyceSp5sS6AxpOR0fvwzxr/ncfRERvb2+KBcFWtkAEAAAAgHr3xImWiFi6c3enBodPHE+wuyeP/CAi7jz4YqcGJ448lWB3AJA4ARgAAAAA1LvDLU9GRHx44/7mOzN/+jAi4omWJFdkNR9pjYioTN/YfOfjP1QiIlqOtCTYHQAkTgAGAAAAAHXvuVNHIyI+rYwtrr+8NDZ+PyLih999LtHujnW/EMsRU1fuLqy/vHj3Xz+KXETPj44l2h0AJE0ABgAAAAD1r5B/pSUilt5746tPqhnY4v2xXy28txARh1/586MJd/f8XzT/ICLuLL42eq+agS3cuDv888X5iDjR/PKphLsDgIQdSrsAAAAAAODxDg+c+96dN776MO7/+o0NGyG++DctA0nuf1jVfPzC3z3427cquY/mX/to/Y386784bv9DAOqdFWAAAAAA0BCaj/70ty0/++HhttULbS1Hf3ax7aeF2nTXcqr16i/bek4cWV65cKTthba3f9/6fG26A4AkWQEGAAAAAA3j8HN/1fLcX+1bd83H/v4Xx/5+37oDgKRYAQYAAAAAAECmCMAAAAAAAADIFAEYAAAAAAAAmSIAAwAAAAAAIFMEYAAAAAAAAGSKAAwAAAAAAIBMEYABAAAAAACQKQIwAAAAAAAAMkUABgAAAAAAQKYcSrsAAAAAANhRLpdLu4SsMaS1sLy8nHYJAGwgAAMAAACgHslpAIBvTAAGAAAAQP2ysIY6J6kFqE/OAAMAAAAAACBTBGAAAAAAAABkigAMAAAAAACATBGAAQAAAAAAkCkCMAAAAAAAADJFAAYAAAAAAECmCMAAAAAAAADIFAEYAAAAAAAAmSIAAwAAAAAAIFMOpV0AAAAAAJCYSmlm5ub8XLkcERFNTe0ne3pa89u3nJq6uZuGANB4BGAAAAAAkA2V0tTY5Nz6K+Xy3OTYXPuZcz2tG5uWpt7Z0HLHhgDQkARgAAAAAJAFa+lXU9eZnkJrPqJSmpmavF6Oucmr+YH+wtryrsrM1cm5iGhqP1Nd9bVTQwBoVM4AAwAAAIDGV5m5uZJ+DfQXVrYyzLcW+s+0R0SU50uVtaalmevliGjqWtvzMN9a6B/oaoqI8vWZ0j5XDgA1IAADAAAAgIZXKc2vhFqb1m+1FqrB1sMErDQ/FxHRfnJjy3zhZHtExNy8BAyAxmcLRAAAAABodKv5V1vrlu0L84X+c4X1TSuViIj2ti2HfbW2tcfcXFQqldj6YwCgoVgBBgAAAACN7l6lHBGRzz8+uFppurNy5V4iNQFAiqwAAwCAmlv65F/++/1Pl+YjIqKt5ejL5773XHPtulu894//tPifdx7kIiKOtL3QfGHwWEvtugMA0reyqqspfyyiUpqZuTk/Vy5HRDQ1tZ/sKbSuy8XWN93sWL4pomwJGAAZYAUYAADU1v3f/GTh16vpV0TML9z/9Rvzv5mpUXc3Sv0/n59aSb8i4sH8R/Ov/XXp4xp1BwDUhbUFYDFzdWzy+kr6FRHl8tzk2NjVmcojXgwAGWQFGAAA1NDS2K+++jAiWo7+rLrqa/H+2DtfvbcQH/7zwomLLQMJrwNbvDv8ViUX0fZCW3XV18KNu2++tTgflV/9w5G3f3HcOjAAyLa5ybGIpvauk4VCaz4iKqWZqcnr5ShfH5vKn+vZcugXAGSWFWAAAFA7M5X3FiLi8Ctrex42Hx14veWVlohYeu8/7ifc3cf/vvh5RJx4uOdhy6njI79sbouIO4vv30i4OwCgDrWf6e8prO5fmG8t9A90NUVEzN20CgyAg0QABgAANfPJjfsRET/Mb1zpdXig72hExKd/+iTR7u5NfxS5iJ6zG1d6NR//yxdiOWLqD86zB4Csa+oqbF7mlS+cbI+IKM+XJGAAHBwCMAAAqJWlhS8jIl48dXTzncJ3X4yI+HphMcHuFh+UIiLy3ac233n+R/mIiIUHCwl2BwDUkWP5poiIyOfzO9+MnZusWDtKbOcmANAYBGAAAFArX995TOC0dOdugt19+eDzRze48+CLBLsDAOrIXiKrah5Wruy4NrwpfyyJmgAgTQIwAACokcWlP0ZEHD5xfOu9J060RET88e5SYt0t/NeDiIgTR57aeu/JIz+IiHjwRZIrzgCAOrKyymtuvrT13qZ1XSv/3aZpaX5ufUMAaGACMAAAAABodKsnfc3dnNl00ldl5uZcRER72+rpYK1t2zbd2hAAGpcADAAAAAAaX2uhqykiytfHrk6VVpKtSmnm6tj1ckQ0dRVat2m62nKHhgDQsA6lXQAAAAAA8O3lC/1nKlcn58rlucmxufV3mtrP9BfyG5r2nKmMTc7F5pabGwJAoxKAAQAAAEA2tPb0DxRKM1M358rliIhoampvO1kotG4JtfKtPecG2qY2tDzZ07O1IQA0JgEYAADUSPPh70fMb3/v6zsLERHfP344se5a/uxIxIPt73354POIXBx5qjmx7gCA+pTPt/b0t/bsqumuWwJAw3EGGAAA1MoTJ1oiYunO3Z0aHD5xPMHunjzyg4i48+CLnRqcOPJUgt0BAABA3RKAAQBArRxueTIi4sMb9zffmfnThxERT7QkuSKr+UhrRERl+sbmOx//oRIR0XKkJcHuAAAAoG4JwAAAoGaeO3U0IuLTytji+stLY+P3IyJ++N3nEu3uWPcLsRwxdeXuwvrLi3f/9aPIRfT86Fii3QEAAEC9EoABAEDtFPKvtETE0ntvfPVJNQNbvD/2q4X3FiLi8Ct/fjTh7p7/i+YfRMSdxddG71UzsIUbd4d/vjgfESeaXz6VcHcAAABQpw6lXQAAAGTZ4YFz37vzxlcfxv1fv7FhI8QX/6ZlIMn9D6uaj1/4uwd/+1Yl99H8ax+tv5F//RfH7X8IAADAQWEFGAAA1FTz0Z/+tuVnPzzctnqhreXozy62/bRQm+5aTrVe/WVbz4kjyysXjrS90Pb271ufr013AAAAUI+sAAMAgJo7/NxftTz3V/vWXfOxv//Fsb/ft+4AAACg3lgBBgAAAAAAQKYIwAAAAAAAAMgUARgAAAAAAACZIgADAAAAAAAgUwRgAAAAAAAAZIoADAAAAAAAgEwRgAEAAAAAAJApAjAAAAAAAAAyRQAGAAAAAABAphxKuwAAABpGLpdLu4QDzfina3l5Oe0SAAAA2C0BGAAAjyd6AQAAABqIAAwAgN2yAoaDSQAMAADQcJwBBgAAAAAAQKYIwAAAAAAAAMgUARgAAAAAAACZIgADAAAAAAAgUwRgAAAAAAAAZIoADAAAAAAAgEwRgAEAAAAAAJApAjAAAAAAAAAyRQAGAAAAAABAphxKuwAAAKAyc3Xsenm7O01dA/2F/MbGpampm3PlavOmpva2k4VCa367FwMAAMABJQADAIDU3atsm35ttSUpK5fnypNz8+1n+ntaa1IaAAAANCABGAAApK1SqcS2i702KU2tpF9N7Wd6elrzEVEpzUxNXi/PTV7NP+7VAAAAcGA4AwwAANJWXQCWzz86v6rM3JyLqAZlPat7HuZbC/0DXU0R5eszpVrXCQAAAA1CAAYAAClbWQCWP/boZiv7JLaf3LzQK1842R4Rc/MSMAAAAIgIARgAAKTuXqUc0dTW+pgFYJVKxA452bF8U0jAAAAAYJUzwAAAIF2l+bmIyEeUpq7enCuXIyKiqb3rZKHwmExss0qlEnt8CQAAAGSRAAwAAFK1srJr7vrY3Lqr5bnrk3Pz7Wf6e1o3Ni9X7kVsDrlWdkcEAAAAIkIABgAAKXsYXjV1nempLvqqlKamJufK5bnJq/mB/uqZX/nWtqbr5XLMzZd6WjemYtU1ZAAAAMAKZ4ABAECaVhaARfuZc/1rWx7mW3v6B7qaIqJ8fWb1YK984WR7RMTc5DtXZ0qVlZeXZqauTsq/AAAAYD0rwAAAIE35Qv+5wvY3TrZfn5xbv+KrtedMe2Vyrhzl65Nj19daNnWd6ZqfvG4XRAAAAFhhBRgAANSpY/mmiIdrxCIiWnv6B850tTetPm9q7zoz0F84lkJ1AAAAUL+sAAMAgIaSby30tBZ6NlwrVc8Ry+fzqZQEAAAAdcYKMAAAaHQra8Sa8laCAQAAQIQVYAAAkKrKzNWx6+Vo6hroL2xavlUpzZcjoqmtNf/oppsbAgAAwEFnBRgAAKQo39rWFBHl6zOlTXdKM9c3xlorGxyW50uV9e0qM1PX5V8AAACwngAMAADStJKAxdzk1anVZKtSmZm6OjkXEdF+8uFqr9ZCVzUsm3rYsjQ1Vo2/uno2ryADAACAA8sWiAAAkKp8of9M5erkXLk8Nzk2t+FW+5mBntYNTXu65seub2nZ1H5G/AUAAAAPCcAAACBtrT39A20zMzfn58rl6pWmpvaTPT1b9zTMF/oH8jMzN6/PrTZs7zpZKNj8EAAAANYTgAEAQB3ItxZ6Wgs9ibYEAACAg8oZYAAAAAAAAGSKAAwAAAAAAIBMEYABAAAAAACQKQIwAAAAAAAAMkUABgAAAAAAQKYIwAAAAAAAAMgUARgAAAAAAACZIgADAAAAAAAgUwRgAAAAAAAAZIoADAAAAAAAgEwRgAEAAAAAAJApAjAAAAAAAAAyRQAGAAAAAABApgjAAAAAAAAAyBQBGAAAAAAAAJkiAAMAAAAAACBTBGAAAAAAAABkigAMAAAAAACATBGAAQAAAAAAkCkCMAAAAAAAADJFAAYAAAAAAECmCMAAAAAAAADIFAEYAAAAAAAAmSIAAwAAAAAAIFMEYAAAAAAAAGSKAAz4/9m7/9C463x/9K8sJ1I2f3QIdJs9s91kQ6Igcqf29NQSuQ30j2IitA0uwkG+q10w5d7dbSpYuS7CslD0UgVb12VpjUluZgAAIABJREFUvKzuHsoBUdIWNhUvBNNLQ+1mU+cggtswTuzOMTUwTP/IUpw/ev+YJE3SJE3Tya/p4/GPyefz+sznXRWZj8/P6/UGAAAAAICKIgADAAAAAACgogjAAAAAAAAAqCgCMAAAAAAAACqKAAwAAAAAAICKIgADAAAAAACgogjAAAAAAAAAqCgCMAAAAAAAACqKAAwAAAAAAICKIgADAAAAAACgogjAAAAAAAAAqCgCMAAAAAAAACqKAAwAAAAAAICKIgADAAAAAACgogjAAAAAAAAAqCgCMAAAAAAAACqKAAwAAAAAAICKIgADAAAAAACgogjAAAAAAAAAqCgCMAAAAAAAACqKAAwAAAAAAICKIgADAAAAAACgogjAAAAAAAAAqCgCMAAAAAAAACqKAAwAAAAAAICKIgADAAAAAACgogjAAAAAAAAAqCgCMAAAAAAAACqKAAwAAAAAAICKIgADAAAAAACgogjAAAAAAAAAqCgCMAAAAAAAACqKAAwAAAAAAICKIgADAAAAAACgogjAAAAAAAAAqCgCMAAAAAAAACqKAAwAAAAAAICKIgADAAAAAACgogjAAAAAAAAAqCgCMAAAAAAAACqKAAwAAAAAAICKIgADAAAAAACgogjAAAAAAAAAqCgCMAAAAAAAACrKvyzpquHhc1euREQ0N7c1NS1ceu7clb+fPh37j3S1LVwJAAAAAAAA925pAdiV19vbuyMiOntvnlww1jo3WRn7BWAAAAAAAAAsPyMQAQAAAAAAqCiL6gAbPnHw9S+mH/j888kfjh48eHqBKz/v7l7qygAAAAAAAGAJFhWANT358OeHDw/McWZgoHtgruO36dzfdlfrAgAAAAAAgCVZ3AjEpq5XOu/hJi2dvSflXwAAAAAAAKyERXWARUTbySu9+69M/vb3o+2lhrCW472vPLjghc3NzU1NTUtfIAAAAAAAANyNxQZgEU1tbbdyrNMRAxERjzzY1qa3CwAAAAAAgLVj8QHYdM1Henv3R0Q0N5d1NQAAAAAAAHCPlhaANTW1GWsIAAAAAADAWvS91V4AAAAAAAAAlNPSOsBuGR4+d+Uvp09/ccfCh4+c7NI0BgAAAAAAwHK7hwBs+MTBZw93DyyyunP/yRCAAQAAAAAAsNyWHICdO9h8uLucKwEAAAAAAIAyWGIANnzi6FT61dLS+fQr+59sbl7wiibtXwAAAAAAAKyApQVgw395f3L0YWfvhZNt5VsPAAAAAAAA3JPvLemqK19M5F8tx49IvwAAAAAAAFhDlhaATXnkQZMNAQAAAAAAWEuWFoA1P9xS5nUAAAAAAABAWSwtAGt68ulSAtZ9+lw5VwMAAAAAAAD3aIkjEJu6/nS8JSKiu/2gCAwAAAAAAIC1Y8l7gDV1XbhyvLMloru96vGDJ84NDw+Xc10AAAAAAACwJIsJwM4drJpT8+HugYiIGOg+3N7c3Dx31QSNYgAAAAAAAKyEJXeAAQAAAAAAwFr0L4uqamlpWeZ1AAAAAAAAQFksJgBrO3mhbdkXAgAAAAAAAOVgBCIAAAAAAAAVZXEjEAEAANaE0cKLRwvZBUsa9ibf2FM99WsuXfiwd/x8rjhxNlnz9IHEjrrqea4uwxKvv/mH0U+u3qiKiNjQsLPuSOfG5LLdDQAAgDkIwAAAgIpV7Hktdyo341A2N37s6PiskKx8Lo/s+12hKqJq4vcb2YvZX1xMvPzH+seW4W4AAADMbWkB2PDwuStX7vKa5ubmpqamJd0OAACgpC7xxtuJuU5MZl3JxAuTydal90rpV/Wu53/wVKo6GRGjxZ6Pvj01WMyezb21ueFQqryLG712+HeFqoiGnQ2lrq/c5Wuv/240G4XXfrPh97/drA8MAABghSwtALvyent795KubOk8/sqRrjZBGAAAUEa5j78tZV3PHEhMxkzjFwcjInY9n7wVdNVVdzz3g/gmdyoX53sLT6US5cykPj07+lVE1ZZbMw+Tj24+/moc/vVo9uro+5c3v/BoGe8GAADA/L63wvcb6D7c3vz4ieEVvi0AAFDJxj88W4yIhr0/6KibPJb+5/mIiJqds9u8qjvaayIicsVclNP1gYtRFdG6f2anV93m/9gZNyP6/3q9rLcDAABgfksLwJqP9Pb2Hm+ZdqSlpfP48d4Jxzs7p51r6Tze29t7/Hhny+TBgcPPisAAAIAyufTeWCnrenr6tl6pTR+83fDB25t2rNAqRm+MREQkWm5r83rs3xMREbkb5Q3cAAAAmNfSArCmprY4fXig9EvL8d4rNy9cONnV1Tah6+TJCzdvXplIyAa6D5+Otq6ukxcu3OztLF0zcPj1c+VYPgAAcL8bLbw/GBHRsDexyKwrd+27ZVjHNze+Wrjg6o1/LMNtAQAAmMMSRyAOnzg6sQdYZ++Febb0auq6MJl3dR+d6PhqOzl16LQEDAAAuGeXPipkI2a3fy2keOlvxYiI7d8vZ3NY7n9uRERs2fCj28/9cMNPIiJu/GO0jDcEAABgfksLwIb/8n6p/avl+JG2Berajkx2gb3/l4mZh80PTwxC/Pzv63kK4vDwuZLh9fynAACAdW/84t22f3387alcRFQ/80TNMq4LAACA1bS0AOzKFxPjDx95cM7mrylNDz5S+mHgiyvzHVmXrrzeXvL6ev5TAADAOpf7uDDH7l8LSI+9ebYYEQ17f9BRt5wrAwAAYDUtcQQiAADAqrvLYYajhRffGc9GRDLxwmLnJQIAALAe/cuSrmp+uCViICK6T5872bbAEMRzpye2Cmt5uLn0w/DfP1/SLVfC8JLmGc64qqlp4ZY4AACgbEbHL+QiInY9uohhhumxqfTrxMuJ5PKuDAAAgNW1tACs6cmnWw4PDEREd/vB/TdPzhOBnTvYPpl/Pf1kKRia2j0sOvcvtHvYKjh3sHlyuXehu715+kWdvfP+3QAAAMrrWjEbEVGzM3WHwlx6rOud8YjlTL+S/7oh4sbc57658VVEVWz4kamLAAAAK2OJIxCbul7pnPixu73q8YPnZrdODZ87+HjVVJ7U+UpXU+ngs4cn8q+pljAAAICluHR5POLO8w9zH+cm0q/tm5az9+uHG34SEVdv/GO+gi0bfrRc9wYAAGCmpXWARUTbyd7Oz9u7ByIiBqbaoFpaWgYGBmZWtnT2lpqizr0+UR9Tkdha0nbk1p8oIlo6Ox+Zv/jzz7tLf86Wls5HptWJ9QAAYIUUc99ERDT86wMLFOU+znWdLUZEw/ZNbzy3iEmJS1e3oT4iG4WBy/WPPTrjzKd/LUREJDcYvAgAALBClhyARbSdvHDl4YPPHu6eFnjNTr9aOnv/dLJtdtTVcvzKWpwT2NR28sKV/SeebT88EBED3Z8/MtfiS84d7G4fiIh45JWTa/HPAgAAFe+7q7mIiB9vrp63JD02kX7tTb6xZ/6yMtnYsjM+uRj9p689/ejmW1nX6LX/uhhVEa3/vnG5VwAAAMCEJY5AnNDUdfLCzStXeo93trS0TDve0tLSebz3ypWbF6YHSM0Pd3YeP9575eaFNdf9NaWprevCzSvHO1ui1Nj2+METs6c7AgAAa8Bo8euIiOotm+erKPb0Tkw+XIH0KyLisb11P4mIq6O/6L6ei4iI3OVrh389mo2ILXVPP7rQtQAAAJTTPXSATWpqaus62da1iMKukyfv/XYroKnr5IUn9x98tr17YKD7cHP3+8d7/9Q1TysYAACwKq4VsxERDyTr5ilIF06VUqjBsZ8Ojs1VUf3MK8mO+S5firrNR3514//8XaHqYvYXF6efSLz8283mHwIAAKyce+sAq2BNbScvXOk93hIRMXC4vfnxg+e0ggEAwPqRu/bdKtw1+Wj9mVcbWrdsuDlxYEPDzobf/7H+sVVYCwAAwH2sDB1glauprevCzSdPHHz2cPfAQHd78+edx/90cu2ObwQAgPtJatMHb29a4HxyT/KDPSu2munqNr7w240vrMqtAQAAKFlMB9i5g1UlB8/NPrJ4U9euN01dJy9c6Z3YFOxwc9XjJ7SCAQAAAAAArGFGIC5GaR5i57R5iKc/X+01AQAAAAAAMKfFjUBsaWm545FK19R28sKV/SeebT88EAPd3au9HAAAAAAAAOa2mACs7eSFtjsduT9M3xRstdcCAAAAAADryuj4W+8WzueKk78XLo0mdtTNWTr+1mtTldUN2xMvPFGTnLuyzK6/+fNs/5a6389zOnf52vunC59cvVEVEbGhYWfdkb0bV2Zl3J3FdYAxTVPXyQtP7j/x+ukvIiIebl7t9QAAAAAAwFqX+zjXdbY481jh2NHxXc8nD6VuLx87n5v6uZgdHOsaLDzzSrJjuZOmT7uzn0RUzXv2y1cv3qi6VXAjezH7i4sb/terDz0lA1trBGBL0tTWdfK+7IEDAAAAAIC7lh6bSL+SNS8d2LSjLvvTX0ZEdUTx/Du5LdOTrdGJvzZs3/TCczXJiBgd73l37FSueOroWPLtTTuWb5Gfdn/56sV506+4PFJKvxp2Nhzp3JiMiNHrb/462x83/vMP13b+dnNy+VbGEnyvPB8zPHxuwvDw1KHhBS8BAAAAAADuA8We3vGIiGTixMubps08TJ7YWx1RPPXR+NShSx+V/pqYSL8ioq6m4+VNuyIixi+ml2uJNz78TbqUb83n078WIiJ2NhwvpV8RUbfxhVfrGiLi6uj7l5drZSzRvQZgw+cOPv54VVVzc/uE169MnLnyenNV1eMHz4nBAAAAAADgPvbd1VxExK72xKwuqeSexK6IGPznpYkD4xcHSz/MqnxgSzIi4utrs4YolkPu8sjhn3/5n1ejKja07txwc+6q6wMXoyqi9d83zjhct/F/3xI3I0b+50b5V8a9uKcA7NzBx5vbuwcG5q8Y6G5vfvxE5Wdg5w5WlRw8V9bPrVqSsi4BAABW09K+EpfX2llJlW/7AACsS6PFryMiqrdsvv1cKdmaau2qOfT2Ci4sIiJuXDxd+CqiYWfd7//40NPmGFaMpQdgwyceb++ezL5aOo8fP94y43zzwxO/Dxx+9j6IwAAAgLKS9wAAwH3kDq1do+MXchERP95cvQw3TyZ+9quHjncuvInXxpadcTOi/6/XZ67s+v93Naoi6v91wzKsjHuw1ABs+MSzhyfSr87eKzcvnOzqevCRGRVNXReuTGRiA4dfL29j1H3j5pKs9qoBAKBslvaVuCKt9j8KAAC4V8Wr124/ODEdcQG5dOHFo4VsRGzfdChV/mVteKqz/qlH7xxfPba37icRcTF7uPv6xJpHr7/5h9GvImJL3dOPln9l3JN/Wdpl516/FX+dbGuap6qp65XOw+3dEdF9+tzJtral3Ws9aDt55cqRiIim+f5eAAAAAADAfamu5vFkIZuL85fHD6VqZpxK//P8/Nddei97bGJLsGjYu+mNPTXz166Aus3HX93w5h+yn1zM/uLircM/2dlwpHOj0YlrztI6wIb//nnph5bjRxaMtabmIH7+9wqfgthUstrLAAAAAACANaa6o70mImJw7KevFS6NTh0fe/Gd8YWvbEhWNyQjIrJnx158r3CnbrHldePTvxVGrsasUe3ZXOEfo3NfwGpaWgfYlS8m+r8eeXDhyKfpwUciBiJi4IsrEeIhAAAAAAC4/6Q2vbT9u2ODxcgVjh0tTB4dj72bnvnb2Kl5cq0dzzXsKP00Ov7W0bHzg4Wub+LEy4nV6bb6tPvLVy9GVWxo/VX9C6WRiaPXP/xD9s9XC6/9+sb/evWhp+pWZV3MY6l7gAEAAAAAACzSjueSJ55P7JoRXiXf2PPAoi6uqzn0SqIhInKFD9PLsLg7G732XxejKqL1Vw+9MLVhWN3Gp3770M+2xM248Z9/uLa67WnMtrQOsOaHW0qNXZ//fTjm3QIsps9KfLh5SXdaA4aHhyOuXLly60hzc3OEeYcAAAAAALB4yVTiUCpxKCIi+9NfRkR1xPjVXETEjzdX3+HiyY3Evr5WjLhTcdnl/lb4KqJqS93Tj846s+Gp/Yk//64QV2/8I8JOYGvI0gKwW5MN3//LcFfXvEnQ8F/eX+SsxLVmePjcX14/erh7YOGyls7jrxx5sk0WBgAAAAAAd220+HVERPWWzau9kqX74YafRGTjxj9G4zFTENeOJY5AbNvfWfph4PDr5+YrOnew+fBEgNS5v21pN1oFw+cOPl7V3Nx+x/QrIga6D7c3N1c9fvDE8AqsDAAAAAAA1p9iz2vZn/4y++LHxVkncv89no2IZM2OUnI0Wnjxl/N9yHeL7RVbad/c+CoiYsOPpF9rytI6wCLajhxv6T48EBHd7VWfH+/9U9eMhGv43Iln2yfTr2g5fmS95F/nDj7ePiP4amlpeeSRR24v/Pzz7oGpuoHuw82ff9F74eR6+WMCAAAAAMBKqU7+MCIX2b+N5/Ykpo0JLLx5thgRDf9WM3GwrubxZMQ/ImI8omb6R+Q+LpyPWLVeseS/JX7y4Wj26uj7lze/MHMK4qd/LUREbNnwo9VYGPNaagAWTV0Xer+oau+OiBg43N58eOJ4d3tV98zKluN/mn9I4tpy7uCt9KvleO+fuhba3+xkzAj6BrrbD+6/KQIDAAAAAICZdjyRaBgsZHOFN9+rfuG5ybgrCtmISCZe2DPV1FXd0R7pTyNi7MX3YrKyeOm9b48NFiOiYe8POlanz6pu83/sHH31YvT/7st4qu7pJzcmI2L0+odnR/98MaoiWvdvtgHY2rLkACwi2k7evPLw41NjDufS0tn7p5MLpUhryfCJo5PZXWfv4qKsprauCzcfPDgRBHYfPXGkbb2EfQAAAAAAsELqEi/sHe86W8wOjnUNjt06nqx56UBiRnKUmvjr7MqIhu2b3tizevMPH+t86Ge5L/989Ub/h9n+D28dr4poeOqhWW1hrL57CcAioqnrws2u4XMnXj/6/ucDt0YCRktL59OvHHmyrWkdpUHDf3l/csey3rtq5Go72dvZ3d4dEQPv/2W4SwIGAADrSyF9pmcoP9eZ2m0d+1KJmcUj6fRn2Uy+VF9b27i1NVWfSMx1NQAAcEtyT/LE5sKHvYXzualjm068XDNP39SmXcnC+dzEnmENyZqnDyR21K3y7l8bnvrtQzsvX3v9dOGrq1EVEbGhYWfiP/ZufszuX2vQPQZgERHR1NZ1sq2rDB+0uq58MZl/7b/bOYZt+zujuzsiBr64EiEAAwCAdeV6Yc70aw4j/Wf6MtOL8/lMX09mjpwMAAC4TTKVOJRKHIqIyP70lxExX/oVETWHXq45tFILuyX55ENnnoyIiJ+PznV+Q/LR+uOP1q/omliacgRgAAAA61ehUIg5m71mG+kvpV+1jbtbW+sTEVEY6e/py0R+qD9dLwIDAABYO7632gtYO5ofbin98Pnfh+/y0nOnJzYPa3m4uaxrAgAAll2pASxxxzGGI9lMRETj7n2l9CsiEvWtHdtqIyI/lB5Z1kUCAABwNxbTATZ84uDrX9zrjR4+cnKNb47V9OAjEQMRMXD42RNPXlj8aodPHJ3Iv+KRB9f2nxEAAJhtogEssfEOdZP5V8PMaSeJ+obaoXw+CoVC1OsBAwAAWBsWE4Bd+aK7u/vOZQvr3H9yrW+O1XbkeEv34VIE1vx49P6pq+2OKx4+d+LZ9sMTm4e1HD9yt7uHAQAAq+x6IR9R2yC8AgAAqCD2AJumqetPx99vLsVZA4fbmw9HtHR2PvLw/v0Pzi79++nTX3z+effAwK1DLcf/tMZ73AAAgNuUGrsSESP9Zz7L5PMREVHbuG1rKjUzE6tvaIxMJjLZkdb6aU1ghZFsPmIxIxQBAABYMYsJwJqP9Pbun/vU349OtD+1HO995baUaMaHrIvNsZq6Llx58OCz7d2TwdZAd/dA3Ln/raWz908n79wvBgAArDGlAYiRGerJTDuazwz1ZbKNu/e1Tou66lPbajND+UzfmdjdWtoGrDDS3z+Uj4jabamZkxEBAABYTYsJwJqa2prmy3ZOl7bNikcebGurjPF/TW0nL9w8cu7E60cPdw/cubyl8/grRxYxKxEAAFiLrhfyEz/VbtvdmpqKtfoy+Xym70yiY19qqrMrkdrXkejv78tk+qbHZbWNk3kYAAAAa4QRiHNqaus62dZ1MmJ4ePjKlSulkYeTJ0sjEZubm5vmzQUBAIB1YaIBLBp3H7jV7JWob93XkTjTM5TPD6VHUrdOFEZGslOB2ZR8IXu9UG8CIgAAwBoiAFtYU1NTU1NTRKX0twEAANMlUvsOpOY+sbVxqG/Gll8j/T19mZjR8VUYSff3DeUzfT2FbdN7xQAAAFhd31vtBQAAAKxFGxO1Ebd6xArpzzIREY27992ad5ioT+3r2FYbEfmh/nRhVdYJAAD3m6pFWHzlVDEVRgAGAABwR4WRbD4iarel6medSaS2NkZE5AvXV35ZAABwX5FXsXhGIAIAANyTjYnaiHwUCoWoNwURAACW282bN8v1UeK0CiYAAwAA7luF9JmeoXzUzrGB12TLV8OdM63rhXxERCIh/QIAAFgjjEAEAADuW4n6htIGXumRWWdG0kMz8q/5K2Mkm4mIqE1sXObVAgAAsFg6wAAAgPtXor6hdiifj0zfmdjd2lqfiIhCIZ3uH8pERDRunWoMS6S2Ng71ZSLTdya2bU2lSqUj6fRnt5XCenfpveyxwepnXkl21M15vnjpvW/fHyxmIyKiIVnz9IFNO+61ssyuv/nzbP+Wut//dnNyJW4HAMDaIwADAADuY4nUvt2FM32ZfD7T15OZcapxd0dr/bTf61s7thV6hvL5zFBfZmhGae22maWwnqXHjg0ucHr8rV+OnZ/2ezY3fuzo+K7nGw6lllxZbp92Zz+JsJ8HAMB9TQAGAADc3+pb93U0pNOfZTP5fOlIbW3j1ol2sBkSqX0d9SPp/s+mVzZMtoNBJUiPvfjO+Pyniz2vjZ2PiGTNS6VertHxnnfHTuXi/Du5LTM6xhZfWW6fdn/56kXpFwDAfW8xAdjw8LkrV+Y+9ffPJ374/O/nzi34Ic3NbU1Nd7U0AACAlZGoT7XWp1oXU5mob91Xv5hKWHdyH+e6zhYXqkgXTuUiovqZqUmGdTUdLz8Qr+VO5YqnPhrveK7mrivL6saHv/nyz1elXwAALC4Au/J6e3v3HWoGDre3L1jQ2XvzpAAMAAAA1p7R8bfeHTufi4ho2F4Tg+PZuaouXR6PiNiemNm/Vd3RXnPqnfEY/Oel52p23GVl2eQuj7z+u0I2oio2tO6MTy7eEIMBANzXvrfaCwAAAABWVe6/C+dzEcmaZ15peOOJ6nmqirlvIiJ2PXpb81bq+7siIr7Ljd5tZdncuHi68FVEw8663//xoaeTZf50AADWn8V0gDUf6e3df683am6+108AAAAAlsUDu/YmntpTk4yIeaOp767mFv6Q4tVrEXV3VVlGycTP9m9+6tENEXGHuwMAcD9YTADW1GT7LgAAAKhUyT2bDt2xaLT4dURE9ZbNt597YEsyIhdfXytGVN9FZflseKqzvowfBwCsfYX0mZ6h/Fxnard17EslFq6Z9Mf/+z9e/b/+aznWx6ozAhEAAAAAAFhfrhcWTLZgMR1gAAAAAAAAa0ahUIjpzV5zSqT2HUjNefVEa1jt//v//Nfwci2RVaYDDAAAAAAAWFdKDWCJxPzp1/wK6f6hfETUbmsVf1UwARgAAAAAALCeTDSAJTYu4dqR9GT8tUDzGOufAAwAAAC4o7rqH8977ruruYiIH2+uvrtKAIAlul7IR9Q21N99gjXS35eJiGjcKv6qcPYAAwAAAO7sgS3JiFzx6rWIujkLqrdsvttKAIAlGclmIiIRMdJ/5rNMPh8REbWN27amUgtnYoX0Z5mIiNptqfrlXyarSgcYAAAAcGfVyR9GRJy/PD77TPqf5yMiHkjW3W0lAMBSlAYgRmaop28y/YqIfGaor+dM/8gCF05MP9T+dV8QgAEAAACLsOPRmoiIwULP6PTDxZ7e8YiI7d/fcfeVAABLcL0wmXrVbtvdceDAgQMHDnTsbqyNiHym70y6MM91pcYx7V/3CQEYAAAAsBipxDPJiCieOjp2qZRsjY73vJY7lYuI6meeqFlKJQDAXZtoAIvG3Qf2TY08TNS37uvYVhsR+aH0nF1gk+MPtX/dJ+wBBgAAACxKdceBTVePjp2P8WNHZ4w33PV8sqNuaZUAAHcrkdp3IDX3ia2NQ32ZyGRHWutnN3kVRrKl8YcN2r/uDzrAAAAAgEWqqzn0dvKl7dUNkwcakjUvvdJw6Pb/BbX4SgCAstmYqI241SM2jfzrvqMDDAAAAJhSl3jj7YWHAlXveC6547nFfNbiK8sq+eRDZ55c8bsCAGvbxL5h8q/7hw4wAAAAAACgoo1kS/t/yb/uHzrAAAAAAACA9aIpfebdoXzUbuvYl5rVuD4x57C2oX72idJMxNrExhVaJKtPAAYAAAAAVJZcuvBh7/j5XLH0a0Oy5ukDiR111bPrRgsvHi1k5/qEhr3JN/bcVl9W19/8ebZ/S93vf7s5uaz3gYozXN9QO5TP54fSI6nWGQ1dI+mhufOvyQGIicTCo56pJEYgAgAAAACVo9jzWrbrncJU+hUR2dz4saO5Fz8uzq69Vsyu5NKm+7Q7+8lq3RvWu0R9Q21ERKbvTP9IoXSsUEj3n+krjTncOrsxTAPYfUkHGEAFGx1/692pb/zVDdtrnn4isaPu3irLzftuAAAAlNGl93KnchFRvev5HzyVqk5GxGix56NvTw0Ws2dzb21uOJS6VZy79l2sSLPXbJ92f/nqxaha0XtCJUmk9u0unOnL5POZvp7MjFONuztab9/mSwPY/UgABlChch/nus5Of7WtmB0sHBsc3/V8cvp3/buqLL/S+26+8QMAAFAe4xcHIyJmPNLWVXc894P4JnewI6MJAAAgAElEQVQqF+d7C0+lElNvYOb+pxgRP968ounXjQ9/8+Wfr3oWhntU37qvoyGd/iybyedLR2prG7e2tt42/JD7lgAMoCKlxyYyrWTNSwc27aiLiOKlj789drZ4/p3clleSHXV3X1l23ncDAACgvNL/PB8RUbNz9gud1R3tNafeGY9cMRcxGYAVc99ERPWWzSu1vNzlkdd/V8hGVMWG1p3xycUbHorhHiTqU631qdbFlNa3HjiwqEIqiD3AACpQsad3PCIimTjx8qbJSYbVO/YkT+ytjiie+mj87ivL7MaHv0m/6os+AAAAZZXa9MHbDR+8vWnHoqq/u5qLSNaszBYAEXHj4unCVxENO+t+/8eHnrYTAMCyEoABVKDvruYiIna1J2Z9m07uSeyKiMF/XrrryvLJXR45/PMv//Nq6X23DTfLfgMAAACYrbTd1wyldrEfRqTHXnwt+9NfZn/6y+xPXxvrSRfnuL48komf/eqh4522wQZYfkYgAlSe0eLXEfPMcHhgSzIiN34xvWlH6m4qy2fifbef7Kw70rk5/vLlJ+X8cAAAlkdV1ar17q/WrW/e9KoWVJTipb8VIyK2f3+qOWwiEhssdA1OK8yNn3pn/ML2TW88V1P2RWx4qrO+7B8KwNwEYAD3pa+vFSMWtcfv4isXLZn42f7NTz26ISJyZf1gAADKbxWjL4CyyX387alcRFQ/88StWCv3P5OdXsnESwcSE7tiv/ftscFidnDsxX994I095X0cBmAlCcAAKlbx6rWI2XPMJ2YeLrWyDLzvBgCwDt1X7VAyP6g46bE3zxYjomHvDzpuPfwWc99ERMT2TR/cavaq3vFc8sS/5rrOFrNnC5f2LHIvMQDWIHuAAVSeuprHkxER5y+Pzz5Vmm++hEoAAABYj0YLL74zno2IZOKFGR1d1R0vN3zwdsMHt406nNgVO8YvpldqkQCUnwAMoAJVd7TXREQMjv30tcKl0dLB4qWPx158Z3yplQAAALDepMdePFrIRkQyceLlRHKxlz2wJRkxsSkAAOuUEYgAFSm16aXt3x0bLEaucOxoYepww95Nz/xt7FRuSZUAAACwfuTSY12llzvvLv0CoDLoAAOoUDueS554PrFr6gt+suaZ55Nv7HngXioBAABgXch9nJtIv7Zvkn4B3Jd0gAFUrmQqcSiVODTj2PjVXETEjzdXL60SAAAA1rjcx7mus8WIaNi+6Y3btviaMFp48WghG9XPvJLsqJt1avxCLiKqH//fPBEDrF86wADuK6PFryMiqrdsLl8lAAAArB3psYn0a29y3vQrIupqHk9GRPHUR7P3wL70UWnbsJoddbdfBsB6oQMMoAIVe17LncpFw97kG3tmvK2W++/xbEz/Er/4SgAAgEmj42+9WzifK0ZERHXD9pqnn0jM/ewwOt7zUeHCYDEbERENyZqnDyR21K1EV831N3+e7d9S9/vfbjb87v5S7OmdmHw46zn3NtU7/q36VK4Yg2MvRrzwXE0yIkaLPR99e2owImJXu8GJAOuaAAygAlUnfxiRi+zfxnN7pn1fHy28WXoJ7t9qknddCQAAEDFtuNykYnawcGxwfNfzyUOpmaXpsRffGc9OO5DNjR87On77G3jl92l39pOIquW9CWtRunAqFxERg2M/HRybq+LWzMPknuRL/5M7NljMDo51zSye499nANYZIxABKtGOJxINEZErvPneeOmbf4yOv3W0NMMh8cK0R83FVwIAAEwNl4tkzUuvNHzwdsMHbydf2lsdUTz/Tq5ndHrp+FvvTAyWuFW5PSIie/bbmZXl9mn3l69elH7dn3LXvrur+h3PJU88n9iVvPXw25CseemVhkMpj8MA650OMICKVJd4Ye9419nb3mJL1rx0YOYMh8VXAgBAeRXSZ3qG8nOdqd3WsS+VmFU9kk5/ls3kSxfU1jZubW2tT8xxMctocrhcMnHi5annheode5InItd1tnjqo/GOqS2X0v88HxFR89LLm3ZMVT6XfOab3KnczMqyuvHhb77881Xp130ruSf5wZ67vCSVOJRKHFqe9Sx44ycfOvPkyt8W4L6hAwygQiX3lN5imzpQvWvvphMvb7p9Lv/iKwEAoJyuF+ZMv+ZQGOl/t6dvaDL9ioh8PtPX827/yDItjXl8dzUXMdfeSMk9iV0RMfjPS5NHLl0u7cP0/R0zCqt3/Ft1RMQ3xVzZV5e7PHL451/+59Woig2tOzfcLPsNAIB1RAcYQOVa/Fts3ncDAGDlFQqFmLvZa5aR/p6+TERE7bbdran6RERhJN3fN5SPTN+ZxB0vp3xGi19HRFRv2Xz7uQe2JCNy4xfTm3as0s5JNy6eLnwV8ZOddUc6N8dfvvxkdZYBAKwNOsAAAACA1VBqAEsk7hBfFdKfTaRfHftSEzMPE/WpfbsbIyLy2ZHC8i6Tu/P1tWLphx2P1kTM6AmLiIjipb8VIyJ+WL0ME9eTiZ/96qHjnZsNcwcABGAAAADAaphoAEtsvEPZSDYfEbXbWmc1etWnttWGBGxVFK9eu/3gxHTEW1KJZ5IRMX7stbFLoxMXXnrv21O5iKh+5onybwC24anO+qce3VD2zwUA1iUjEAEAAIBVcL2Qj6htqF+4AWwy/5qjLpHad2CVZu3dt+pqHk8Wsrk4f3n8UGpmgpX+5/nZ1dUdLyeT7317bHD82NHxW4eTNS8dsOUwALDcBGAAAADAyhvJZiIiETHSf+azTD4fERG1jdu2plLTs67SnMQ7D0pkZVR3tNecemc8Bsd++k3xpQOJHXURUbz0ceH9s+O3V+fS4xe/Kd529LuL14o76qpXYLkAwH1MAAYAAACsuNIAxMgM9WSmHc1nhvoy2cbd+1rrZ5TVJjZGFEbS6c+yE1lZbW3j1tZUvVxsxaU2vbT9u2ODxcgVjh29NX2yYe+mZ/42dmr6FMT0WNc74xHRsH3TC8/VJCMiipc+/vbY2eL5d3Jf702+sUcGBgAsH3uAAQAAACtuorMrImq37e44cODAgQMHOnY31kZEPtN3Jl2YUZZIRPpMT9/QZKdYRD6f6evpmapjBe14Lnni+cSu5OTvyZpnnk++seeBmVXFnt7xiIjtm96YSL8ionrHnuSJvdURkT37bc/oSq0YALgf6QADAAAAVtpEZ1c07j4w2ewVkahv3deRONMzlM8PpUdSt05Epq9nxnzEwki6v28oH/mhnv7EtE9ghSRTiUOpxKEZx8av5iIifry5OiJidPxCLiKqn3miZva1exK7zo6dj+LVaxF2AgMAlosADAAAAFhpidS+A6m5T2xtHOrLRCY70lo/PdiaNhcxIlGf2tcRZ3qG8pH5LJ2qT5mEuOpGi19HRFRv2XzH0ge2JCNy8fW1YoQpiJRRVVXVfXv3mzdvruLdAdYmIxABAACANWRjojbiVo9YSe221Ow2r0Rqa2NERD47Yg7iiin2vJb96S+zL35cnHUi99/j2YhI1uy4c1PXdzN6xaAMqqqqVjd/AmAN0gEGUDm87AYAQKXZmKiNyEckEnP0eE2eZOVUJ38YkYvs38ZzexJTu4DFaOHNs8WIaPi3ye2+6moeTxayueKpj8Y7nps5BTH9z/MRi+sVg7tyfz4YSv4A5qMDDKASeNkNAIDKNGfwxSra8USiISJyhTffG8+VDo2Ov3W0kI2IZOKFPVNNXdUd7TUREYNjL75XuDRaOli89PHYi++MR0RsT3TYAAwAWEY6wAAqh5fdAABYJwrpMz1D+ajd1rFv9vZdhZFsPiJqG+oTEVNdXrdtCRYRcb2QjxCSrbC6xAt7x7vOFrODY12DY7eOJ2teOjCtJywiUptO7P2u62wxO1g4NjhzTGUycWJWWxgAQJnpAAMAAABWWKK+oTYi8kPpkVlnRtJD0/OvqZ2+Mp+lZ+30VUh/lomIaGyYHYyxvJJ7kieeT+y6FXZV79q76cTLm27f/Su5J3nilU27krf2+mpI1jzzfPKDl2dGZQAA5acDDAAAAFhpifqG2qF8PjJ9Z2J3a2t9IiIKhXS6f6gUam291RhWn9pWmxnK54d6zhSmSkfS/X2lpGxbSv618pKpxKFU4tBiKutqDr1cs5jKMks++dCZJ1f+tgDAmiEAAwAAAFZcIrVvd+FMXyafz/T1ZGacatzd0Vq/qNLaxt23jVAEAIAQgAEAAACro751X0dDOv1ZNpPPl47U1jZunejxur00NZLu/2yytLa2sWFrKjVHKQAAhAAMAAAAWDWJ+lRrfap1UaWJ+tZ99YsqBQCA7632AgAAAAAAAKCcBGAAAAAAAABUFCMQAQAAAADmU0if6RnKz3WmdlvHvlRiKZUALDsdYAAAAAAA87lemDPTuqdKAJadDjAA7mjpr7BNXNm4+0Br/XKtDgAAAJZPoVCIxbVwLb4SgOUnAAPgjpb6Clsh3T93bgYAAKymqqqq1V7CXVhfq7158+ZqL4FyKz0TJxJ3zrQWXwnA8hOAAXAnS3yFTfwFAABrzvoKk2AtmHgmTmwsYyUAK0AABsCdLOkVNvEXAACsWbqUloNwsVJdL+QjahvqF9kAtqhKAFaAAAyAO1jSK2wj6aF8RGNjYyaTWaZ1AQAAwHIbyWYiIhEx0n/ms0y+9KZnbeO2ranUrKRr8ZUArITvrfYCAFjrlvAK20h/XyaicXdrw7KtCgAAAJZd6Z3QyAz19E1mWhGRzwz19ZzpH1laJQArQgcYAAu7+1fYSvFX7bZUfVzPrtxCAQAAoMxKmwJERNRu291aeg4ujPT392Xy+UzfmcSt3bIXXwnAitABBsCC7voVtsn4q9U3ewAAANa3iWfiaNx9YN/UW6CJ+tZ9HdtqIyI/lB6560oAVoYOMAAWdJevsIm/AAAAqBiJ1L4DqblPbG0c6stEJjvSWl9/V5UArAwdYAAs5O5eYRN/AQAAcH/YmKiNuPXYXJZKAMpIBxgAC7mbV9gK6c/EXwAAAADA6tMBBsASzXqFrZDuH8pHNG4VfwEAAAAAq0sHGADlMBl/7W410BwAAIDKUEif6RnKR+22WftfR0RhJJuPiNqG0m4Bi68EYIUIwAAog4mv85Hpezczx+nS4bmeAwAAAGCtStQ31A7l8/mh9Ehq5vueI+mhGanW4isBWCECMAAWsNhX2GzkCwAA3L2JJ445zPEQUhjp7/8sky+V19Y2bm1N1SckCiyviVwrMn1nYndra30iIgqFdLp/KBMxYxeAxVcCsDIEYAAsYLGvsCVS+w6k5rh+pP/dvkxE4+4DRiMCAACzXS/MmX7drjDS39M3fdxEPp/p68kYM8GyS6T27S6c6cuU/pWbcapxd8f0R93FVwKwIgRgACzEK2wAAMByKRQKsZhh6YV0f18mImobp55KRtL9fUP5/FBPf8Lrdiyz+tZ9HQ3p9GfZyQbEUgdi6+0jDRdfCcDyE4ABsCCvsAEAAMuk1ACWuNMcw8n5E9tu5QiJ+tS+3YV3+zKRyY601nswYZkl6lOt9anWslYCsMy+t9oLAGDNq2/d17F7W2Nt7dSR2trG3R0HvMMGAADcg4kGsMTGhctGsnPPn9iYqL31KQAAM+kAA2ARlvoKW33rgQNefAMAAOZyvZCf2ld4AR4rAIAlEIABAAAAsPJKnV2JiJH+M59NbplU27htayq1mGkThZFsPmIRExQBgPuSAAwAAACAFTcxujAzNGOz4XxmqC+Tbdy9b8ENhwsj6f6+oXxENO62MzEAMBcBGAAAAAAr7nohP/FT7bbdraWmr8JIf39fJp/P9J1JdOxLzdHaNdL/bl/m1nX7UuIvAGBO31vtBQAAAABw35loAIvG3Qf2TY08TNS37uvYVhsR+aH0yDxX1tbW1tZGROSH+s70pwsrsFgAYP3RAQYAAADASkuk9h1IzX1ia+NQXyYy2ZHW+tv6u+pbD0wcK4z09/RlMkM9hZi7WQwAuK/pAAMAAABgDdmYqI241SM2j0R96x2bxQCA+5cADAAAAID1KFHfsJioDAC4HwnAAAAAAAAAqCj2AAMAAABghRXSZ3qG8lG77fb9uwoj2XxE1DbUJ+5QGdcL+YiIRMIWYADALDrAAAAAAFhhE9ML59i/ayQ9ND3/WqCykP4sExFRm9i43MsFANYdARgAAAAAK21y/65M35n+kYktvAqFdP+ZvkxEROPWqXavRGpr4+zKKIz0n+kpJWXbWm/rDAMAMAIRAAAAgBWXSO3bXTjTl8nnM309mRmnGnd3tNZP+72+tWNboWdojsraxt23D0YEABCAAQAAALA66lv3dTSk059lM/l86UhtbePW1tb62yKtRGpfR/1Iuv+zmZWpert/AQBzE4ABAAAAsEoS9anW+lTrYioT9a376hdTCQBgDzAAAAAAAAAqjAAMAAAAAACAiiIAAwAAAAAAoKIIwAAAAAAAAKgoAjAAAAAAAAAqigAMAAAAAACAiiIAAwAAAAAAoKIIwAAAAAAAAKgoAjAAAAAAAAAqigAMAAAAAACAiiIAAwAAAAAAoKIIwAAAAAAAAKgoAjAAAAAAAAAqigAMAAAAAACAiiIAAwAAAAAAoKIIwAAAAAAAAKgoAjAAAAAAAAAqigAMAAAAAACAiiIAAwAAAAAAoKIIwAAAAAAAAKgo/7LaCwAAYCUUL7337fuDxWxERDQka54+sGlH3fLdbvT6m38Y/eTqjaqIiA0NO+uOdG5MLt/tAAAAAKbTAQYAUPnG3/pl7thk+hUR2dz4saPZt9LLdLvLI/t+ne2fSL8i4kb2YvYXPx/5dJluBwAAADCLAAwAoMIVe14bOx8RyZqXXmn44O2GD17Z9EwyIuL8O7me0bLfbvTa4d8VqiIadjb8/o+p039M/f5XdQ0REYXXfnMtV/bbAQAAANxOAAYAUNnShVO5iKh+ZmrmYV1Nx8vJZ5IRUTz10XiZb/fp2dGvImLLrZmHyUc3H3+1riEiro6+f7nMtwMAAACYgwAMAKCiXbo8HhGxPdExY8ev6o72moiIwX9eKuvtrg9cjKqI1v2bZ+z4Vbf5P3bGzYj+v14v6+0AAAAA5iIAAwCoZMXcNxERux6tmX0m9f1dERHf5co5BXH0xkhERKLl0dlnHvv3RERE7oYpiAAAAMCyE4ABAFSy767eIXAqXr1Wxtt9c+OrhQuu3vhHGW8HAAAAMCcBGABABRstfh0RUb1l8+3nHtiSjIj4+lqxbLfL/c+NiIgtG350+7kfbvhJRMSNf5Sz4wwAAABgLgIwAAAAAAAAKooADAAAAAAAgIoiAAMAAAAAAKCiCMAAAAAAAACoKAIwAIAKVlf943nPfXc1FxHx483VZbtd8l83zHvumxtfRURs+FFd2W4HAAAAMLd/We0FAACwjB7YkozIFa9ei5g7eKresrmMt/vhhp9EZK/e+EdEcs6CLRt+VMbbAfer0fG33i2czxUjIqK6YXvN008kdsz5X7nFV5bDjU//cu2/LhW+uhpVEREbGnbWHdm7MTnH/RZfCQAALIkADACgklUnfxiRi/OXxw+lamacSf/zfETEA2X93611G+ojslEYuFz/2KMzznz610JERHLD3MEYwGLlPs51nS1OO1DMDhaODY7vej55KLXEynIYvXb416PZiIhSphURN7IXs7+4uOF/vfrQU3VLqgQA1oPZL9xEbFlk5fK+mjPd9Td/nu3fUvf7326e64nMqzlUKAEYAEBF2/FoTQyOx2Ch54majlvPL8We3vGIiO3f31HW221s2RmfXIz+09eefnTak9Xotf+6GFURrf++say3A+476bGJTCtZ89KBTTvqIqJ46eNvj50tnn8nt+WV5K3/0C2+shyuv1nKtLYkXv4/Nj9WtyEicqPX3v/D6CdXb/znr0d+9Mf6x+66EgBYD3I/PTrrhZu5A7CVfTVnpk+7s5/cevNmJq/mUMHsAQYAUNlSiWeSEVE8dXTs0mhERIyO97yWO5WLiOpnnqhZ8OK799jeup9ExNXRX3Rfz0VERO7y5APVlrqnH13oWoA7mAzvk4kTL2+afF26esee5Im91RHFUx+N331lWVwufBIRkXj5t/WlTCsiknWbX/g/6n4SEVH4r7/cuOtKAGBdmHzh5pWGD95u+ODt5Et7S8dzPaPTqv5/9u42tK0z3/v9T3O2itl+kYXBY3dWPVKNPYHSeytJs50chzvamH1yagfsGJfAEDqNy12b6TSxA004mR0YCiGFpJC4affsuJB0OoSBtMaxIXYJbFN5iI/j7TjREAqpjSLVXVO5PoiVw1HRrl74vJD8LPkhkSw/fD9val/rv6QrgdrR+l3/65q7NGe20inF+z+ZX5lxd9sfnRtMk37NXZpzbvvNq56bVz0fnyv2lmhKsT//PnQ3mxMDso4ADAAAYJNz1jcW7pek6PmzwdfeCb52dvK6JUn738pwA4Qkqbjo5DFjStJg8Hdv+g+96f/d5cRyQuN06t02AGDFfhpP/PiqMRb8ODEPGPslDf84tOrKTEju8rrXWNi8VVz0672akoLWf6+2EgAAbBQLF9wkvsjh0pxZsY4/+M8NxtKkXyzNwWZHAAYAALDpFecf/8g8tdvpnh5wm/mnzriztc+GudPVdc7tLcmbSg7kufe6P2ZTLwDPLBz/VpKcJUWLrz1XYkqKDvpXWZkRe5o8XVc9N5uW3+V15ZUAAGCDWLzgJilXS3MSrPuh1jcf/XlcDuV59858OpuHpTnY5DgDDAAAYEtwVhw1K46u2dsVbzvx3rYTa/Z2AJD07URccma28lnEvrMyXgkAANaF5L6FKRfcJEQH/YUVnhUszbGmKzMnNnjTfiy9uLf4ZFORbj36KlXRniZPV1Mm3xVYXwjAAAAAAAAbSXx8Qlq4g2tyYfXTVmZJ+Mlfx+WQvP+8XMvXyisBAMCGkdOlOabxm0NFDTvzJK3+Hz8szcGmwBaIAAAAAIANoTh/nylJ/fcXnZPh/7H/6SqzKdbxx/BjSSXFh3dmqhIAAKwz8fGJZ6nM1tKcvIYmVyL9ehoszcHmQAAGAAAAANgYnPU1+ZI0PPna+/ZQct+h+NDtyXc/iT5tZdbcbQ99Ni6H8l7/bVHqg0FWXwkAANaP6S7zFAtuFlaui6U5K8fSHGwWbIEIAAAAANgoPIWndv90fjguyz5/1p4ZdtcWHrk3ed16qspssG49OjcYc0juBlfDwk0Yn7ISAACsT8OTr30fP9VoVBRLig/dlv63BRXO+pr8659EF1XaN7rXamnOyrE0B5sHARgAAAAAYOOoOGq27bQ7euz+RIhl5h+pMeo96rz39JUZdrd9JtPafungUlsPrbwSAACsU05p4YIb1S+qyu3SnJVjaQ42FQIwAAAAAMCGYnqM4x7j+LyxaOL8jF8WOZ+uMlNid9sfnRvUCjKtlVcCAIB1zGx7a8GCm8iX/0+KupwtzVk5luZgsyEAAwAAAABsdOH4t5LkLCnKXOXqxTr+8OizxInxx7afWOrY+ZVXAgCAdW7Rgptx/Wfyq5wvzVk5luZgMyIAAwAAAABsDPHO963rlty15gcH5j0ksv4WDUoy8yuKV1uZMTOZVp732PYTS50Yv/JKAACwkeV4ac7KsTQHm9TPcj0BAAAAAABWxGk+L0nBe9F5J2WE7YvdcUnuV/LNVVdmyN32ZKb1+rllMq2VVwIAgA0g+O7teOor85bmBF97J0Vl9pbmrNzcpTke0i9sKgRgAABg83PgmfE3mUG5/d8B2NgqXjXckiz74qfTyVY4+uFZOyjJNE7MafZaeWUmhCf+MphcNL3McfErrwQAABvDogU3yf/mcmnOyrE0B5sZWyACAIDNjLABADaXYuNEbbSlOx4cnmwZnpwdN/NPNRrm01U+u7vd4ceSQ/Jd9vtSVpQUf/xekbmaSgAAsFFY9sVPnSeO5ptKLLiR6iUtWpozbAcXVmZpac7KbcSlOVNTU+v8BbF+EIABAIDNj3/OYp0gkQUywDxgthXZHT12f3IFtXN/rdFwIMW66ZVXPqPYd9byRausBAAAG4RTWrTgRpJytzRn5Viag02OAAwAAAAAsKGYHuO4xzie0cpnkdfwnqchw5UAAGCDMNveWrDgRl+mrFurpTkrx9IcbHYEYAAAAAAAAAAAPJVFC24mfv+fK6xcK+bB7V0HFw+zNAeb3c9yPQEAAAAAAAAAAAAgkwjAAAAAAAAAAAAAsKkQgAEAAAAAAAAAAGBTIQADAAAAAAAAAADApkIABgAAAAAAAAAAgE2FAAwAAAAAAAAAAACbCgEYAAAAAAAAAAAANhUCMAAAAAAAAAAAAGwq/5DrCQAAAGA9sP1dnSORVFcKdtXXeYx5tSG//0EwEEmWFxSU7vB6XIaR6m4AWHsOh2Odv+DU1FRmXxAAAADAAgRgAAAAkPTETpl+LZIiKItEAn2dgcU5GQCsuYwnVQAAANnwLP9oeZZ7WYWDLYUADAAAAJJt20rV7LVAyJdIvwpKq6Z7vmzb7/eNBCKRkU6f0eh1rc18AWAJ6/nJDhEdAABbHP8YANYMZ4ABAABgugHMWGYbw1AwIEmlVXXemR0PDcPj9e4qkKTAA7+d3WkCAAAAwCYwteZy/ScGcoAADAAAANMNYMa2Jaum8y/3wjYvw7OjVJIi9pOsTA8AAAAAAGBV2AIRAAAAiQawArdr6QYwl7ex0btGMwIAAAAAAHh6BGAAAABItHYZUsjX9SAQiUiSCkp37fB4lsnEkhIdZAAAAAAAAOsDARgAAMCWl4yvAiOdgTmjkcBIXyBYWlXnXbjj4eIXCAUjUqrNEQEAAAAAAHKAAAwAAGDLe2JHkl8V7KryJpq+7JDP1xeIRAJ9XUZ9nWepPjDb7xuJSCrY5SH/AgAAAAAA68HPcj0BAAAA5Nj0/oWlVY11M1seGi5vXf2uAkmREX9oibtDvun4y7tkTAYAAAAAALBm6AADAADY6gxPXaMn9YUdpSN9AQWCIezTRjQAACAASURBVK8rZXOX7e/qCxB/AQAAAACAdYYOMAAAAKS1zSiQZnvE5gv5ujqTzV/LbJIIAAAAAACwpugAAwAAwOrZIV9nX0Ai/QKwwdn+ZJa/yNI/3kK+a30BfgICAAAA6xYBGAAAAFZp9nFxaVW918WzXwAb2BM7Zfq1jJAvsQYAAAAgk1a3NMcO+XwPApFEfUFB6Q4vH8+AuQjAAAAAtrjkR6zUn6eCEUkF7jmfomY+kRWUVtV5U54MBgAbRmKL19V1coV8XcRfAAAgG1axNCfkuzbvXySRSKCvM1Ba1cinNGAaARgAAMAWZ7jcBSORSGTEH/LM/6gU8o8szL9CPo79ArCZJJ4yGcZKf6ClX5YNAADwrFa8NMf2J9bjFJRWJbq+7JDf1zcSUaCvy9hcn9XGxsY0Ojo6O1BeXi6VlZVl913bmi98LentrL4Lso4ADAAAYKtLJmAK9HUp+elJtu33+0YCklS6Y+bTk+1/kBiq2lSfqABsXcmnTMa2ldSGfL6+QESSCkpLFQiQgwEAgMxa6dKc6bWKu2b2PDRcnrp6dXWOpFrauGE5HI6lLldWNh0+c/JgdZowrLfZUdMuSU09U1eqF1wcGxuT0gdpo1+3t7dLjW/XrXrSWE8IwAAAALY8w1NXZXf1BRJ7Zsy7VFpVP/vRKfkpSwr0XUu9+xeNYQA2lid2ZME+r2nZoQeBiFRQusvr9cjfxSaIAAAgw1a6NCcUXLhWUZJkeHaUjvQFFAiGvK6Nm4CN9Ta/UaN/X0HyNDDQPlDT3qrKpp4/XaleTUtYb3N5+mwMmwgBGAAAACSXt67e7fc/CE6foJziCOXEpzEA2DwST48MKeTrmj1BvnTXDo8nRSZmzF7gxyEAAMi8FS7NSX4yK3UvCrlc7lIFArJtWytZ37MOjbXtK28dkBoT31ZWVkrSwMBA8vumS4df+vrrr6WHD9unBzXQXlP+8NLonZbsbouIDYgADAAAAJIkw+XxujzeJQo8dY2etZsPAGRb8ulRYGRe82skMNIXCJZW1c3fO8jweJf4CQkAADIjHP3wmt1vxSX9679JsofCRkVxytLoh+8nKyWne3f+4VfTVWaCdT904ab9eFwOSSV53kOuw9KSG/RJksITrb8PB2Wcvuras1ztSpfmJDZKXELEfiJtxABsrO2N1oE530/duTN7aV9568BAe6sujd65UibpijTW23bhbGv7gKSB1vLmX9HNhQV+lusJAAAAAACQC7NPjwp2VdU3NjY2NjbWV5UWSIoE+rr89HkBALCmrNvWa2cnpzOtBPv8WetDf8ryuZXx4PASlc8qdrfd//ZlOzg+nXiNx3yXH/1uBTd2/DH8eKXvMrs0p29mY47E0pzOLl9oUV3KnRK3GQVzSjaY2fir8tKii2Utd0YvVSqRdPVOD1a3XEkOS2qvmbkAJBCAAQAAAAC2oulHQ6VVjXUz66oNl7eufleBpMiIP5T+ZgAAkGH+yZbuuCSZ+afOuL/4KDHqlOL9n1id4bmV018kK91ffGSeqk1VmRHWrdC5QTmU5z22/eZVz82rno+PFbtXduNn4yvoEkva6ktzxm7dSHZ/NZ1pSVVQ1nKmSZLUfrZtbO7wn2YisJskYJiHAAwAAAAAsBUZnrrGxsbGRu/C8zMMz45SSQoEScAAAFgj8c6eqCSZRtvpwjk7GZpttU4pfv3L6JzKxBdzK50VBxZXZsaTGx0xh+RucJ3YmZec1M6iS8eMqaXvC09c6IitOP1iaY5Gv57Ovw6l28iw+lAiARu4cWtOAqayg4eTCdjDb8YW34UtjAAMAAAAAIB5NvT2QQAAbEQ/jVuStL/GMOdfMA8Y+yUN/zg0v1JatjIj7ttfSZLx64N588afz3sx8UW6jrPu8GPJu3e5nGwGS3NWYeDr0bnflv3q5ZTj2PIIwAAAAAAAAAAAORSOfytJzpKixdeeKzElRQf9cytTml+ZGTtdXVc9N6+69qz2xkE59rpP/HMm5rDFluakb+Ma++bhms4EGx4BGAAAAAAAAABgfft2Ip7xyqdn3bMfJ74qTleS93rttmy8tWEYaa8lzxFbqmTdmt7fUAOtF1If5TV7SljlS+VzL/TebE85ji2PAAwAAAAAsAXZ/q5r165dS3WivB0KRiQVuF0b8OERAAAbWHx8YvHgzJ6Hy1p55TOJ3b316O3053vdTfynwdWQNht7NomGsIj9JF1BgZGV5C3bZhIwtdekuNzbXN46nX8dPlg2PTzW27avpn3xOCACMAAAAADAlmS43GlOlA/5R8i/AABYU8X5+0xJ6r8fXXjJ/2N/qkppucoseHLxTf+hNx+93xFzKO/1lCX3Q+cSXyw4M2w5q1iak+zvSnEmWCgYmFOw4VSfvFQ5b6Ctrbe3t7e3t62teZ9jOuWSms60JHKu3uZ9jvKa6VhsdhxIIgADAAAAAGxFyQRMgb4uXyj5rMm2/b6uvoAkle7wbMxnRwAAbETO+pp8SRqefO19eyg8Mz757ifRRZXJS3Mq40O3F1dmRZ67JM8tSbE/p7j65OJlO11n2NJWszTH5S6VpMCD+WmZ7X+Q+EeM2/VUU8i9spY7PU1zMrDW1pqampqamtbW9umQS5WXRq9Uz1TMDjf1zB0HJEn/kOsJAAAAAACQC4anrsru6gtEIoG+zsC8S6VV9d6N+ugIAICNyVN4avdP54fjsuzzZ21J//pvkqKqLTxyb/L63L0NPdLfJWmmMsG9uDLTtp24mtxc0Lofevv/liTdis00e1m3wl9JLz7daxsud8FIJKJAX5eqvF6XIcm2/X7fyOKlOS7ProLASCQy0ukz6r0uQ7JDfl9fIijb5dnI/4ipvnJn9FDzG5+nulbZdOlPVxY3eVU2XTpzsqU6ffPXw296Fxwq9s3DtJcWFGBjIwADAAAAAGxVLm9dvdvvfxAMRCKJkYKC0h3JZ04AAGBNVRw123baHT12/2yIZX5wQJ33UpYb+83pSjP/SI1R70lXmQXmTte/a1ySOibuHnTtkRSeuNARc8j4tfT/Pc1LrmZpjuHxVtmdfQEtLC2tqtvwPexl1VfufO4/JKnnUtPNryW9dOjQwfLqskURV/WVqakry7/gQGtNqkPFlrmEzYAADAAAAACwhRkuj9fl8a7uHk9doydL8wEAYCszPcZxj3FckvQf30tyStFxS5J+WeScX2scP52snJauMjvMZCNa7Luw9hTHOv4Yfiz9yzHXnin951O+5CqW5hgub2O92+d7MF26GRfxVLewqyGeCQEYAAAAAAAAAGB9Cse/lSRnSVHmKjMv/OSv43JIvst+3zs6JulN/yFJkkOS7PfftKW8189tb1jmhVazNMdweetcq1vFs5WUn+zpOfRsL/G5VtBghnWMAAwAAAAAAAAAkEvxzvet65bcteYHB+b1b1l/iwYlmfkVxTOV2v2GpLi0dGUmWLcevd0Rc5QUf/xekZm6JO+FYimcubfEssbGekdHJZWXl5ct3hhxWllZil0TV+dzPwHYxkYABgAAAAAAAADIJaf5vGQpeC9qHTDmJE32xe64JPcr+ebcSkmKWppTGV5cmQnmK8aLHeHgePjG/aITO+deiXVI/7ukkrwXJBUXXbo63Xg2ov+UdNVzU9L9UN1l2yHj9FXXngxOa4sYk+YnWGO9bRfOtrYPzB2rbLp05mRL9TNGXdicfpbrCQAAAAAAAAAAtraKVw23JMu++GnUmh22g5JM48SctrCKV5OXZivD0Q/PpqjMhOKiX+/VlOS7/Oji/VhyMPzk4h8efZb4+rfpOsPwdMZ625r3Jb4sdzgc+5rbxpJXepvLaxakX5IG2ltryvc1967lHLFR0AEGAAAAAAAAAMitYuNEbbSlOx4cnmwZnpT0r/8mSTLzTzUa8zKmYunvkjRTmbS4MiP2NG3/jfXos/GY7/Ij35xxx8xskDFjbfvKWwekxrfrkiMD7a3lDzV6p2W0uaY9OVZZ2fTyy5L0sD2Zhw201+x7afROC31gmIcOMAAAAAAAAABArpkHzLa3jP3zIqzCttOFac70mlvp3F+7ROWzymt4b/u/HzPcJZqaHnHvdX+clffa0nqby1vnNnhVVib+O9D6RnPz2UT8VXlpdOrOnSsJd6ZGe5pmi2Z6xYAEOsAAAAAAAAAAAOuA6TGOe4zjkqT/+F7SEgd6GcdPJyvXQJ6503Vpp2ve2MX/9+/L3rfT1XXVtWwVJGms7ex0i1eTNCHpzp2pZE/YQHviUlPPgi6vsuorf7r0MJGbDdy4NdYye7m3ed/Zh882pe3/XvhsL4AcIwADAAAAAAAAAAA5NHbrRrL7q6nnSlyHksNlLX+6dCPZGFZ56WT14hvLWs40tda0a1ECpoGBhQeGrdJ21S1fhHWMLRABAAAAAAAAAEAOjX49nX8dmp9ylR08nNzl8OVfpT7jq/pQU+KLga9HszU9bEh0gAEAAAAAAAAAgHWp7FcvS6vv5aq+Mjp68tne+Vz03Wd7AeQYARgAAAAAAAAAAFgPHn4ztmCk/KXKysrkleoUTWBj36Q+66usLHXH2Mr5n/F+5BgBGAAAAAAAAAAAyKHqQ01qnz7Ja/u/zL1U1nLnTkv6O+ecHnYoxRlh2MI4AwwAAAAAAAAAAOTS7ElerW+s4rax3gutyfyr8qXyjM8KGxoBGAAAAAAAAAAAyKnqk5cqE18lA62FWyEuNNbb1ryvvKY98V3lpT+1POuWh9N6m/ft27dvX4ZeDTlDAAYAAAAAAAAAAHKrrOVOT1Pl7Pejy9SP3mxtT2ZlGY2/JGlgYGBgYPkyrG8EYAAAAAAAAAAAIOeqr9wZ7bnUtLqbKpt6Ru9kNP7CJkEABgAAAAAAAADYPBzLWWHZgnqsibLqliuJr6qXqSw/dKmnZ3Rq6s6VatIvpPIPuZ4AAAAAAAAAAAAZQFi1lZRV0/aFJRGAAQAAAAAAAAA2j6mpqUy9FIkasHGxBSIAAAAAAAAAANigepv3JTT35noqWFfoAAMAAAAAAAAAABvWwMCAJL2c63lgfaEDDAAAAAAAAAAAAJsKARgAAAAAAAAAAAA2FQIwAAAAAAAAAAAAbCqcAQYAAAAAAAAAADaTsbHe0dGnvPebhxmdCnKFAAwAAAAAAAAAAGwmoxdqatpzPQnkFgEYACBLwtEPr9n9VlyS5HTvzj/8qlFR/GyVz8669ejtjpgjxZW8189tb8jSuwIAAAAAAABYSwRgAIAssG5bLd3xOQPx4LB9fji6/y3zuOcpKzPjOyuWhVcFAAAAAADAOlJ+sqfn0LO9xOe6kpm5IEcIwAAAGeefTGZaZv6pxsKKYknxods/nO+O939ilZwx64tXX5khse8s0ewFAAAAAMDWYvu7OkciKq1q9LoWXwz5fA8CkYgkqaCg1L3D43EZaz1FZFhZWXVZ2bO9xOd+ArCN7We5ngAAYLOJd/ZEJck02k4XTu9k6Kw4YLbVOqX49S+jq6/MmP/+dlwO5b1A+gUAAAAAwFZh+30jkXSXuq519k2nX5IikcBIX2eXL7RWkwOQLXSAAQAy7KdxS5L21xjm/AvmAWN/92T/8I9DR/MrVleZKeFYSFJJ3guZfFEAAAAAALB+LRF/hXydiUsFpVVer8uQZIf8vr6RSKCvy6iv89AHtmbGxnpHR2e++4Uk9fb2ruzebx5mZUrY8AjAAACZFY5/K0nOkqLF154rMSUrOugvrPCspjJjvo89ll6s2GYuXwoAAAAAADa+Jbu/HgQkqWDXnKjLcHnq6tXVORIZ8Yc83jWaJTR6oaamffqbxgd1kmpqanI0mbG25gtfS3o7R++PDGELRADAmvt2Ip7xyhW5+1+2JJd0t/1R65v+Q2/6D73pb22fuBvO5LsAAAAAAIB1IuQfiUilpaUprj2xI5JUumNho5fh2VEqKRBkH8QNrLfZkdCcoo9sLCHdvaNft7e3t7enu4yNgg4wAEBWxMcnpIUnbSX3PHzaymcV+86SJF/HI9+c0eBg+P1B23ts+4mdmX9LAMBWEI5+eM3utxKLNpzu3fmHXzUqUh83GR/69Icbw/GgJMlt5h9uLExT+QysW4/e7og5lirJe/3c9gZOxAQAAJteyNcXkEqrvO5gILDwom3bklRgbFt84zajQIqQgK2h8pM9PYemv/lcVyT19PSs9kXKV1TW21ye6DZr6pm6Ur3K98AGQgAGAMis4vx9ph201H8/etyTP++S/8f+p6vMkP/+dlyJp4HuBvfJg9tMSeEnF/8Y/Go85rv86Jc8CgQArJp122rpntuvHA8O2+eHo/vfMo8v3MU3+uE7k3N/wQWt6Pmz0f1vuRdVAgAAIAMS8VfBLo9LT4JP9Qq2XSalbRNCJpWVVZeVTX/zuf+KpOpqwik8EwIwAECGOetr8q9/EtXw5Gvfx081JpbAx4du2ze6o09bmRHhWGLdlveYZ7bZq3jbife2//IPjz4bj/25+0lDU4pVXwAApOOfTKZfZv6pZC9XfOj2D+e74/2fWCVnzPrZlRXxzvcn++dWhqOd1yavW1pU+czMg9u7Dqa6EJ5o/X04KLkbXKz5AAAAm950/OX1GNKT9HUR+4m0YA/E6d0RAWxknAEGAMg4T+Gp3U5JsuzzZ4OvvRN87R3rfHdUtYVHzKetzIDioktXPTevehZtdZjXcMiQpEH7bsbfFACwicU7e6KSZBptp2d2MnRWHDDbap1S/PqXc9Zz+O3rliTnkZk9D4vz60+bR0wtrMyaWMcfw48llRSfPJi3Bu8HAACQS/Pir9QMl7tASnnUVyi4aMNEABsOARgAIAsqjpptbxn7Z0IsM//IW+YHB557lspsej7vRUmKfRde2/cFAGxoyRMr99cYC5ZtmAeM/ZKGfxyaHhm6H5Wk3cb8Ti9nfU2+5ldmzf2Jz8blUN7rvy3K/CoTAACA9WUF8Zckw7OjVJICfde6/CE7MWiH/L6uPvIvYBNgC0QAQHaYHuO4xzg+byyaeFD4yyLn01UCALCOhOPfSpKzpGjxtedKTMmKDvoLKzyS4tb3krR/Z/7CQs8/7le0Xz9ZYSmbuxI+uXjZdkjaW8zmhwAAYNMr8z9YQfwlSS5vVandF4goMtLXOTIzXLCralewb4RdENfSWFvzha9nvntbkpqbm9MUv3To0K9UXl5eNntsGLAYARgAYM0s9aDwaSsBAFjHvp2IS86ZXrH04uMT2QzArFvhrySH8l6v5bRLAFtROPrhNbvfikuSnO7d+YdfNSrm/tQN2++etYNLvoa71vzgQIbX58Xu3pr4y5D9eFwOScpz7y0+WbvNZKUC8IzKfv2/RiJS6Y5l4y9Jcnnr6t1+/4ORQCLuKijdtcPjcckfzOokscjo1+3t7dPfNL5dJ2nOwEKzVyqbLp052VJNEIYUCMAAABkW73zfum6l+Hxo/S0alGTmT3/UXHllJli3Hr3dEXOUFH/83sKtn6x79mPJUWLs5aMmAGC1UmZX8xOv5XvFZqKyrHhyoyNG+xeArcq6bbV0x+cMxIPD9vnh6P63zOOenM1KCk+0/j4clKRE+iUpFhwM/m4w7/Vz2/lxDTyDsl//r//j51Jplde10lsMl8fr8njnjYXsiCQZxliG54dMG2hvrWm/cWn0TgsZGBYiAAMAZJjTfF6yFLwXtQ7MORMlbF/sjktyv5JvrroyE8xXjBc7wsHx8I37RSd2zr2SfCzortjGmSgAgJUrzt9n2kFL/fejxz3z9zb0/9ifo0mlct/+ivYvAFuVfzKZfpn5pxoLK4olxYdu/3C+O97/iVVyxkwezVhsfPBRykaR5KI9mcaJjLZ/PbmYSL9KjNO/LdpTnCfJCk/c+GP4q/HYn38feuGqa08G3w3YUsr+2fNzSQr0XUt1jFdiuGBXfd3S7WG2bUtSgcG/n9ZM+cmenkPT33yuK5J6enrSln9z8+aNh+0DA4nvBlrLm381daU625PEBkMABgDItIpXDfewHbTsi586TxzNNyWFox8mdhSZ/7lx5ZWZULztf5aEH4/Ld/mRjrlO7JzzIVNyyPj1wbyMvh8AYLNz1tfkX/8kquHJ176Pn2o0pp+r2je6o7me26xYx01bov0LwJYU7+yJSpJptJ2eWXLnrDhgtslq6Y5f/zJaf3TR6YxzWLd/uG5Jch5pNDK6WC65NME4/d5s0GUWF534rUK/Dwdl/+VW0R4+ngBrwPZ3dY5EUuRhdigYkVTgdq1kF0VkRFlZ9eyBXp/7r0iqrk6faFVXV7foylhv2xs1rQOS1F7TfIgIDPMRgAEAMq7YOFEbbemOB4cnW4YnZ8fN/FMLPjeuvDIT8hrec3/7h+BX4zHf5Ue+ORccMk6fY4klAGDVPIWndv90fjguyz5/1p4ZdtcWHrk3eX2Zc7/WRvjJX8flkLz/zPJlAFtPckPa/TULP1yYB4z93ZP9wz8OHc2vSHt7tCOxNUXtz+szu4Tg7n8lliYYCz+DFBf9em/43KCC1n9LBGDAUxn7y//15l80NTW1YDzku9YXkEqrGudsjWgYhhRRJBiyPcZs1GX7fSPkXxtDWXXLnVHtK28dkNR+tu1kNRshYo6f5XoCAIDNyDxgtr1l7J/9lOncX1vYdrpw8ZleK6/MiG0n3tv++wbDXaLpfwrnufe6P77q2sOieADA06g4Ov8XmZl/5C3zgwPP5XJOcyXOuZSMyp3LlQLAprPsEYyKDvrT3j306WS/JOUfzvDWFNKeJk/XVc/NJpYmADnn8uwqkBQZ8flCydVMdsjXmYi/dnmX3iYR60TZwcOVia8Gvh7N7VSw3tABBgDIDtNjHPcYxzNamRF5ew669hxc8VG4AAAsI9Uvsmii5+CXRU5JKnb+UgqmvvuneZUZ950Vk1I1GQAAJOnbibiU6idw2L4xLEnuWiN9i1jmxb5bF+3DwBZieLy7gp0jkUigr3PumWEFpVXEXxtG2cHDla0DA5IefjOm6kUtYA+/6e2dP/LNw7SXFhRgYyMAAwAAAIDMWthz8FyJKVnx8Qkpdctxyu6EDHgyMMj+hwC2vJQ/fpPrD9IZ+tIOSllp/1oK+9YCOWB46uoNv//BSCCSGCgo3bXD42Hzw42k7FcvSwNKtoAtCsAGWmtq0ty5xCVsBgRgAAAAAPA04p3vW9ctuWvND+Y/HrX+Fg1KMvOnd/R1ms9LlvrvR4978ue9hv/Hfkl6zszKXrzhWEiS8n75fDZeHQDWu+L8faYdXOrHbzrRwZy0f3X8MfxYcpQUH2bfWiDjXN7GRm+aa4bL43V50l0FsGERgAEAAADA00jGWsF7UeuAMXucZdi+2B2X5H4lf2awYme+hqMatjtfza+fzbrinT1RSdr9j9l5wPp97LHkUN4LHHUJYGty1tfkX/8kquHJ176Pn2o0KoolxYdu2ze6o0vcZt22s3X61xLutoc+G5dDea//tshcvhwAsIzykz09h57tJT7XlczMBTlCAAYAAAAAT6XiVcM9bAct++KnzhNH801J4eiHZ+2gJNM4Mfexqcc4YkavW/HrZyfNM4UVxVI42nlt8rolyXnk1fzUb/CMrL/HJKkk74WsvDwAbACewlO7fzo/HJdlnz9rzwy7awuP3Ev8EF4sPnQvLmVvdUIq1q1H5wZjDsnd4Gpg1QIArM7Y9JFdlS+Vz46WlVWXLdoOcXU+9xOAbWwEYAAAAADwdIqNE7XRlu54cHiyZXhydtzMP9VozF++76xvLBw/O9mv6Pmz89oO9r9l1mfpUed3VkySzDw6CQBsYRVHzbaddkeP3Z+Iu8z8IzVGvUed99LcEI7esSRp/87srE5Y7G77TPq1/dLBvDV6VwDYNMZu3RhIfPXyr54x8cImQwAGAAAAAE/LPGC2Fc15rirn/lqj4UB+isipOP/4R8/t/fSHG8PxoCTJbeYfbiysYKE/AGSZ6TGOe4zj88ai45Yk/bJo0SaHE4mf0vl7PWsxt9jd9kfnBkX6BQBPrfdCazL/ajpUndupYL0hAAMAAACAZ5DquWo6zoqjZsXR7M5n1p4mT1fTWr0ZAGwo4fi3kuQsKVp4Zeh+Vk9nnCfW8YdHn43LIXmPbT+xk/QLAFZrrLf5jZr25DfkX1iIAAwAAAAAAACbULzzfeu6JXet+cGBeZ1e1t+iQUlm/qI23Lj1vSS5f/Fctic3k37leY9tP7Ez228HAOvd2Fjv6OjMd7+QpN7e3tS133xz8+uvHz5sHxiYHWvquUL+hQUIwAAAAAAAALAJOc3nJUvBe1HrwJyjGcP2xe64JPcri3es/Snt1oiZdbc9mX69fm57A5vhAoA0eqFmppdLjQ/qJNXU1Kzw5spLo8RfWOxnuZ4AAGCrczybjLzIglcDAAAAsBlUvGq4JVn2xU+jybMaw9EPz9pBSaZx4sCilCv91ogZFZ74y2By50PSLwB4JpVNl3pGp+60lOV6IliP6AADAOQMgRMAAACAbCo2TtRGW7rjweHJluHJ2XEz/1Sjsaj9S5qIByXpOTOrsdTd7vBjySH5Lvt9KStKij9+ryjF/ABg8yo/2dNzaPqbz3VFUk9PzxL15eVlZcReWBIBGAAgx6ampnI9BYk0DgAAANiUzANmW5Hd0WP3J1vAnPtrjYYDizc/XDux76zcvTkArFdlZdWzedbn/iuSqqvZ1hDPhAAMAAAAAAAAm5fpMY57jOMrKfUUfvFRYbbnk9fwnqch228CAAA4AwwAAAAAAAAAAACbCgEYAAAAAAAAAAAANhUCMAAAAAAAAAAAAGwqnAEGAFkVjn54ze634pIkp3u3Wg6kK40P3bZv3IsGE8chm879NT8/7nFma2LW/dCFm/bjcTkkleR5D7kO78zL4THQAABscg6HY129ztTUVEZeBwAAAADWJwIwAMga67bV0h2fMxAPDkspA7Bw9MOzk/3zbo73f2L17y784mh+xicWu9v+6NygHFLyCdp4zHf5uGhhnQAAIABJREFUka+k+OP3isjAAADIsExFVgAAAACAlSMAS2mst+3CzRsPH0p6+eXDLx062FJdtlR9b7Ojpl2SmnqmrlSvyRQBrH+TyfTLzD/VWFhRLCk+dDtxyeoMm/XFM5Uz6ZfzyFs/r/c4pfjQ7R/Od8c1PPnuL5774EBG+8CsW6Fzg3Ioz3vMdWJnniTr/sSFy+HgePh37Xk3m7Zl8s0AAEDC+um4IpADAAAAsBVwBthCY23N+xzlNa3t7QMDAwMDA+3tra015Y59zW29Y7meG4CNJSpJptF2OpF+SXJWJNu/4te/jM7UWbftZPp1xqxP7nnorDhgntotScF7USuj03pyoyPmkNwNyfRLkrmz6NIxY0rSoH03o28GAAAAAAAAADlAADbPWNu+8tb2gRRXBtpba8r3tZGBAVid/TVG6j0Fh38cSn4VH7oXl+Su/fmcnjBJqnjVcEuyokPhDM7ovv2VJBm/Ppg3b/z5vBclKfZdJt8MAAAAAAAAAHKBLRDnGGt7o3U6/KpsunTm5MFySRq9deFsIhUbaC3f93XPHTY5BLBSzpKidJeig/7CCo8Ujt6xJDn3/dOifQ6LjQ8+MjI9pZ2urquuTL/o2rL9XZ0jEZVWNXoX/0nskN//IBiIRCRJBQWlO7wel5Hxv0YAAAAAAAAA6xkB2KyxWzeS8VflpdE7LTOHfpW1XKk+eKj5jZr2AWmgvWafyMAAZMC3E3HJqYl4UJKeM4uXqc8u6579WHIo74XczmN5tt83EklzLeTr6gvMvRiJBPo6AwW76us8ZGAAAADAprGejzNcz3PTejqTEgCAbCMAmzGbfzWdmU2/ksqqr9wZfWlfeWsyA3tpbkIGAOnExyekJRMla+InSTKdpmT57Y6eaL8VT4zsr/l5g8eZegfFjIrdvRU61xFzSN5jrj3Zf79nsXT8lUi/CkqrvF6XIckO+Tr7AoqM+PwuIjAAAABgE1jn8RIAAFg/CMBmjH49nX8dSt3eVdZyZ1TJDKy1vPlXU7SBAVhW//3ocU/+EgXW3+OS9LxTt62W7vicC/H+T6x+02g7neYUsUx4cvHNoE+S5FDe68e2N+zM2ltlxFLxl0LBgCSVVtXN7IxouLz1u+zOkUhkxB/ypNgwEQAAAMBGRBvTUyA7BABsNT/L9QQ2lrKWOz1NiS/ba/a1jeV2NgDWuXxJGp587X17KJwYiQ/dTlM7PNnSHXfvNk6dcX/xkfuLj8xTtU5JsuyWT6NZnWWeuyTPLUmxP19+dPFWLKtv9oxC/pGIVFpamvJiMv9yz4+5DJe7QJJs2876/AAAAAAAAACsEwRgq1V9ZfRSpSRpoPUNIjAASyg8tTsZYp0/G3ztneBr71jnu9OX7y784KhRkdwv0VlxwGxLZGDDdmc4W1PcduLq9kvvbb901fPxMWNKMV/Ho9Z1m4GFfH0BqbTK6871TAAAAAAAAACscwRgM8pfSuRaar/Zu2ThbBvYQGt5cy8ZGIB0Ko6abW8Z+2d2MDTzj7yVrtZ55NWFOyWaB4z9khS/87d4ijsyy9zp+veGvCkp2DFxN+vv9hQS8VfBLk+6fQxd7lJJCgRD84btUDAiSYbBEWAAAAAAAADAlsEZYDPKDh6ubB0YkNR+s/dK9ZLne1VfGb30sLx1QGqvKVfP6KE1miOADcf0GMc9xvE5I+N/T37xyyKnJPMXTikuPWcWL777uRJTstZgmpIk8xXjxY5wULHvwtqTYja5NB1/eT2G9CR1jcuzqyAwEgn0danK63UZkuyQL3Fo2BLBGQAA65bt7+ociai0qnH2IMvk2FIKdtXXeVj4AQAAAGCLIwCbNScBq9mnS3862VJWlr645U7P1/tq2hMZWPvazRLAZuEsKZIks+g5KfsNXhvbvPgrPcNTV2/4fH2BQF9nYHa4oHQ6DwMAYCOx/b5lki4AAAAAQFoEYHOUtfzp0o3y1gFJA+2t5e1f90xdWaIRrPrKnR4lMjAAKxSOfnjN7rcSeY/TvVtl/2fays4v7TvD8aAkyW3mH240KoqdazDHJxffDPpKij9+r8hctjY80fr7cFDG6auuPYuvBl97R+5a84MDqaZt5ieP+ypyuqWgooP+wgrPgqKfxi1pulcsM6xbj97uiDlS/gG/jz2WHMp7YX21f60w/pJkh0JBe9GTwogdfGK72AERALCxpIu/DE9d48J/MSRvSLSGreRXJgAAAABsfpwBNk9Zy53RnqbKFddXX1ldPbClWbet185OTqdfkuLB4TSl/sl3z05en06/JAWt6Pmz1ru3s98pdbc9+NVKa2Mdfww/XqYmeC86bwvDcPK/7lfyk/FTsXF4tyT199gLNju0btv9kpS/N+VjrqdjvmK8KGk8fOP+giuxjpu2JJXkvZC5t3t2tv/BCuOvkK+zbyQQUUFpVX1jQn3VrgIpEujr7PLbazJdAAAyYtXdX9M3EH8BAAAAQAIB2EJl1VfuTI2O9lxqanqpfMX1PU2VxGDA0iZbuuOSZOafOuP+4iP3Fx+Zp2oTl6zO8NzK6IefRIMLKndLUrD7h/mVmXa3/dG5QTlWVmzdCn02vmSx4ZZk2Rc/nc7AwtEPzyYvnZjTFlbxarKy5f3JoeQfMD5020r8jblrjYpV/SmWUVz0672aknyXH128H0sOhp9c/MOjz8blUN7rv11B69uaST7NK92xfPeX/0FAkkqr6mb3OzRcnrr6XQWSIiM+IjAAwIYR8o9EpNLS0tXdQPwFAAAAADPYAjGlsrLqlqV2P1xUX33lTvWV7M0H2AyikmQabaeN6XjFWXFAI99Lil//Mlp/ND857P8x0fZ06nRhxUzlUfPI99Z1a35lRsU6kgnQyoQnLnTElik2TtRGW7rjweHJluHJmdF6STLmZUzFxgdvxd/9JBq0oufPRudece8uTL2D4rPY07T9N9ajz8ZjvsuPfHPGHcrzHtvesI72P5yOv6q8rmVLQ8HEcz/PwlLDs6N0pC+giP1E4pkgAGADSOz+W1rldQcDgeXLp29Y0YoRAAAAANgqCMAArKH9NUbq5qLhH4eO5ifirqH7UUna/Y/z256cFa84r1txfR+3pAx3KFn3Qxcu28FEArRXXw0ul2xJd7vDj6V/2Wt8NWinLzYPmG1FdkeP3Z9sAXPur01T6in84Iwx9OUPN+Yce7avxqj3ZOXYs7yG97bvvT9x4ab9OJn55bn3Fp+s3Wauo/RrJtRSoO9aqqd/ieGCXfV1yzzs22YUSBHZti0XjwUBAOvd9OGXHpeeBFdyw3QXdIplIACA7Eqev1ha1Zhq0Z4d8vsfBAORxJ62BQWlO7xePpIAALB2CMAArB1nSVG6S9FBf2FFBk+6Wo3Y4E37sfTi3uKTTUW69eirZe+4Hzo3KMde94l/tr8aXLrU9BjHPcbxOSPjf09TWuysOGpWHF3hrJ9VnrnTdWnn1nhM9sSOSJJh8FETQHrh6IfX7OmDKp3u3fmHXzUq5q4KCNvvnrWDS76Gu9bMfNuudT80u16hJM9bUXz44LZ1tFctMm06/vJ6DOnJiu5I7H5I+xcArLmlDmy0Q77OvnkL+SKRQF9nIE1WBgAAsoAADMD68O1EXHJKqtiZr+Ho3J4wSVJ86F5ckp53ZuGhn2n85lBRw848Sdby1U8uXrYdynu9dpu+51SpbDI8dY2pUtGQ71piZ6g5nxwNl7tgJBKJjPhDngWfJ0PBxLJ4Y1t2pwtg47Kmj12cFg8O2+eHo/vfMo/naHFGwuz2vMlu4/GYbzzoGzJOv+fak8uJIWvmxV8rvCVI+xcA5MRS8ddM+lWwq8rrcRmSHfL7+kYiCvR1GctuYgEAADKCACwjepsdNe2S1NQztZqzw5bjcKz0OCJgQ4iPT0jL7rHnMY6Y0etW9Pz7OtVYWFEsKT706Q/XLUnOI69m/gCwvIamVTwwutse/Ep6scHVUCx9n/HJ4GlNH/UV6OvSrh0ej8tQcsuREU5FAbAk/2Qy/TLzZ3/v3P7hfHe8/xOr5IxZn/jNVWx88FHKnyPxzvet65ZkGicy2/51tz2Zfrn3uk82bTMlhZ90/DH42bj9/h/yPn6viD6wTecp4q/p7Q/5PQcAa2zJ7q+ZvWlnoy7D5amrsq/1BRQJhmwP21MAALAGCMAArKH++9HjnmUTLGf9adP89Ifzw9HzZ6Ozw7PPJXMosflhSfHJg3m5nQgWc3nrd9mdI5FIYKQvMDLvUsGuerYZAZBavLMnKkmm0XZ65qBKZ8UBs01WS3f8+pfR+qNL/eaybk8v0WhMc87lUwpP/GVQDsndsP3SzC+d4m0N723XHx59Nh6+cb/oxM5MviFyLvG4dFXx18x5maVufs8BwJpK7D9bWloaCCw6sDj5w3nxT3SXZ1dBYCRCAgYAwBr5Wa4ngKVMPZVczxpILV+Shidfe98eCidG4kO3U5da/ujg9/FFoz8NTiwaXFvTmx/+lkX365PhqauvryotKJgZKSgo3VVV38gOIwDS+mnckqT9NQvjK/OAsV/S8I9DS90e7eiOS3LX/rw+w0s0vo89liTj1wuXXOQ1HDIk+f5rRcdDYcNIdhKsrpOL/AsAciPRslta5XWnuDidf7ldi36iG566xsZGPp8AALBG6ADLiOoro6MnJamsLNdTAdatwlO7fzo/HJdlnz87e3LWv/6PRYX+yZZPopLcuwtPHM03pblbUX1ba36Q2Q2mVs66Ff5qZvND5JDL29joTXPNMFzeOle6qwCwUDj+rSQ5S4oWX3uuxJSs6KC/sCLNSWBDn072S1L+4Yz/brL+HpOkkrwXFl97Pu9FKTho323axklgm8V0/FW1uo7lJzb5FwCsvekdaz0uPQkuvpz84WzQ4wUAQK4RgGVIGdEXsJyKo2bbTrujx+63JElm/pEaTSysmt6KanfhB7NbTs1uRRXs/qHzn8xMr7JfifDEhY6YI8VKfADA5vbtRFxKlW+F7RvDkuSuNSrWeE6SpNh3Ye3J0ZqMcPTDa3a/lejMdrp35x9+1UixTXHYfvesHUz1Au4srWix7ocu3LQfj8shqSTPe8h1eGfeBujbnu7kCvRdW7SR1szw3JNkEkLBxPlf5F8AsIbmHdiYoh/btm1JKjC2JQ8lDgYiEUkqKCjd4fW4yMUAAFgzBGAA1pDpMY57jONzRv7j++QXvyxySlI4eidxksqrCw9cMQ8Y+7sn+xUfn5DW/HFfrOOP4cfSvxxzsdYeADahlL9ckrsjpjP0ZSLayUL716zx2HfSwvzm+9hjyZG191yOddtq6Z67KXE8OGyfH47uf8s8vqBVbiIeXMOJxe62Pzo3KMfMX854zHf5ka+k+OP3NunexXMfsQIA1sa8+CulmQYw+bs6RyKzFyKRQF9nYPFyBgAAkC0EYADWhZR7Ty2Q2Ioq/Ur8LAo/+eu4HJLvst83/4pDkuz337SlvNfPbWd3RADYWIrz95l20FL//ehxz/y1F/4f+5e6MzqY1fYv8xXjxY5wUPbAfdeenfMu3f0vO81Na8E/mUy/zPxTjYUVxZq7U3HJmXld2tbET8pes9cC1q3QuUE5lOc95jqxM0+SdX/iwuVwcDz8u/a8m03rOyMyPHWNqTbaDPmuJQ6ZaUy1NSJ7bAHAWls+/poR6OuUCkp37fB4XIYkO+T39Y1EFBnp9Bkpf6wDAIBM+1muJ7D+jY2NjY31zjU2NjY2lutpARtO8LV3gu/ejqe+aOan2DdpoeRK/GSv2KbleCrPcu/cVwCArcZZX5MvScOTr71vD4UTg/Gh25PvfhJd4jbrtp2t07+Siot+vVdTku+yv/XWk2QvWvhJx3STU25M71RsGm2nC6d/dzsrDphttU4pfv3LeX9p1t/jWqtf3E9udMQckrshmX5JMncWXTpmTEkatO+uwRTWHA1gALDGbP+DlcZfkqTSqjpvIv2SZLg8dfW7CiQp8MCfy8UsAABsHXSApTY21nvrwtnW9oGlyyqbLp05ebCa87+AFQrei1oHjNldiJLPGeV+JT85mFyJH7/+ZbT+aMqV+CvpFcu44qJLV1O97f1Q3WXbIeP01UxsjUgKBQC54Ck8tfun88NxWfb5s7OPo9y1hUfuTV5PvQtifOheXJJ2/2MWT//a0+T+Fyv41biCHcHfdcwM5/3mWPFfL4eD2XvjJSQXo+yvMRbsKZjcqXj4x6Gj+dN/J3Hre63VL+779ldSiqM6n897UQrm9Ly07KEBDADWlO33jUSk0h0rjL8KdnkWtnkZnh2lI30BRYIh28OPbwAAso4OsEXGepv3OcrLa5ZNvyQNtLfWlJc79jW30REGLMdwS7Lsi59Gp1exRz88m7x0Ynb5/OxK/Hc/TbUSf7dRv+meX803teZy/ScGgFyrOGq2vWXsn4l0zPwjb5kfHHgu7Q3JEyu1f+fCEysza9uJ97b/vsFwT3/v3lt8+tz2huez+qZLCce/ldJkWs+VmJKig/6ZkZ/GrRU2eT+7na6uq56bGVmPAgBACtPxV9WymxduMwokpVmgMH0RAACsBTrA5utt3lczL/iqrKx8+eWXFxc+fNg+MFM30N5a/vDrnjtXqtdgisBGZZyojbZ0x4PDky3DkzOj/ypJ81eRewrban9q6Y4Hh+3zw/M3hjCNtqPZfdQIANiaTI9x3GMcnzcWTbv17kQ8KEn5e1Od2pRZeXsOuvYcnP+o7X7sseRQ3gvrcUnI7FGdidbt5yX/5Ls90WBi/YuZf6TGqPes1W7G1j17Hf9drYDL29jofaqLAICMskPBiCQF+q4FUlxODBfsqq/zGIZhSJE1nh8AAEiFAGyu3ubZ9KvyUs+fWqqX2NvwiqSx3rY3aloHJGmgvab50BQRGJCeecBsK7I7euz+ZAuYc39t+sp/inZcs/ut5JlhbjN/31o+LwMAIH2309D9RFNyNvc/XIL195gkleS9kJO3lxQfn5AWJkrJ3RFnWBM/SdKw3TI8dzR6/ZPond2FH2R/RUvs7q3QuY6YQ/IeozMMALB2thkFUkSBYMjrWtguxva1AACsJQKwWWNtZ9uTXzb1rCzKKqtuuTP1q2ZHTbsktZ9tO1ndwnlgQHqL19f/x/dpKovzj5/OP576YjaZB7d3HVxx9U5X19XlNsAAAKxn8c73reuW3LXmBwfmLbOw/hYNKuUOfomjreT+Rfo9EjMgPNH6+3BQea+f294wbwaxwaGYJHfFNjPNrdmTPKpT/fejxz0pj+qcZf09uYpFpnGq0agolhQf+vSH88Px4PDku794bsFfeAY9ufhm0CdJcijv9WPbG3Zm6Y0AAFuG4alrTNX4HfJd6wtIpVWNs1sjTp/0FXjg97jmHRhm+x8EJKnUzcdIAADWAmeAzRi7dSPZ/dXUs6pGruorPU2JrwZu3OIsMAAAgA3EaT4vScF70Xn9S2H7YndckvuV/EUx009pt0bMpOI8lyTF/novNnfYuhX6bFwO5f3PV/Ky+fZpzB7V+dr7qY7qnJWMCbW78IvTxnSI6Kw4arbVOiUFu+2hbE40z12S55ak2J8vP7p4K7ZMOQAAmeTy7CqQFBnp7PKFkvv62yF/V+dIRFLBLg/5FwAAa4IOsBmjX0/nX4dWu49h9aEmtbdLGvh6VKIFDAAAYMOoeNVwD9tBy774qfPE0XxTUjj64Vk7KMk0TizuUkq/NWJmbTvckPdVRyzYEbr4C9eJnXmSrPuhtztiDsnd4GrI0aFWnsJTu386PxyXZZ8/O3tUp7u28Mi9yeuzKaKz/rS7PtULmAeM/d2T/YoO+gsrsnOI2rYTV7clvrLuh96+bPs6HoW0/dLBXESGAIAtyfDUVdldfYFIJNDXOe/QsILSqjoP+x8CALA2CMAAAACwlRUbJ2qjLd3x4PBky/Dk7LiZf6rRSLHL4EQ8KEnPmdlOoMyDrt8MPfpsPOa7/Mg3PeiQ3HvdJ3OZ5VQcNdt2zjnU08w/UmPUe9R5b4Uv8FyJKVn6diIuZfl0T3On698bYm93xIIdE3cPchIYAGDtuLx19Z6Q3/cgEIlIkgoKSt07PB4X6RcAAGuGAGxG+UuV0oCkh9+MqXpVbVy9N5OHh1W+VJ6FmQEAsBmFox9es/utxClBTvdu48Sr+StIFJInNu1/y308O70jUvjJxT+GvxqPOSQpz723+GRTDg5bwhoyD5htRXMSHTn31xoNBxZvfrjW8hre2/7CrYm/dNjBxECJ8fqhooadOe9kWnyopxRdk50hV898xXixIxxU7Luw9uSobQ4AsGm5vI2N3nQXDcPlrXOlvQwAALKNAGxG2a9eTgRgA61vtB2807LiCGys7Wwy/9LLv2L/QwAAlmf5J1vmnRiUaL6xj5wx65d8QG3d/uG6tVTBM7sfqrtsOyRH8vtYcDD4u0Hj9FV6Rza3VIlOGp7CLz4qzPZ8ZuTtOejac3ADnBSyVjtDAgAAAACwMj/L9QTWkeqTlyoTXw20lu9r6x1bwT1jvW37yluTh4dVXjq52tPDAADYgsL2xU+ikty7C9s+cn/xkfuLM4VHTEnx62cnh5a+sTue1ZlNtF62E1vMfXzVc/Oq5+NjxW5Jst//w0R2gzdgQ4h3vh987Z3gu7cX/p9o/S0alGTmVyQy7LD97jvB196xOsOLXiMcvWNJcu77p8z1ilm3HtW96T+U8v/T72OPJSnvBdq/AAAAAGBLIQCbo6zlT9MRmAZaa8odDse+5ubmtt7F2pqbm/ftczjK/3/27j+2yXvfE/zbR2uup95VnvFMGvc8Te16k8NVt3NNUk6IQBMfRZqIBN0E33BZVUxbjKZB7SkEJEBLB92KFQurUAkC7e0QRoRDN6rENmsSiVChe7M4FZkkJzj4qKqUQ2Qe132K04w8T2bXrG+92uwf/hHbsRMn+Hferz/Ogef5PPaXQpLHz+f7+Xzaotkv7Lz8h8yrxoiIiDavqW8UCYAoHD8YbTGn11pPVzYBQGDCle66kL0/2gcuRyaHfU8BVC/3PBTrqi6f1xsBeH23Z3L65kSlQC2+AgDSo0BCpimanDa+tfxFvSuc1f4mkPQS0e8A0VRZVohvCa8j5ddpcPCOAgDVmlez93ZERERERERUAtgCMUFN98Mnvzn8XltfNKs13tc3jr6+VS8CsLNr5A/X1jc3jIjohSiuIbvTD1OzzWJIeSYFXb21w8yRy1RwgYlpAGhqExIHLG2pFgEZP8yHgFR1IS5lQAa2a5umA2O5Wdni+ARUgGVvVcLK9FVvN/rOT8Dxx8XjdRW5eWuiUtGwWzBOK5KsXLqpjuSwfYEr56JZ7ZbYF6+64S31gBzC9MIJIBoZsn/z80Dq7wAvKPZ1enUWRwzHw2PSfIuXvpAeeKGC5p0Pqgo+0o2IiIiIKKXkCdna/buF1NvFMo/MtsVLhyTHRziS5nRkf9wh114A1RpLg37/Hs7SpiLABFiymtZrD5dO3uu9eO5YLA22ip1dl8+c7GbuiyhXVCrV2kE5uBbA0tLSi1yeW4rLkTrHBWBRSXeGqDhoj36mzWjSUoLAlesBQHvq4EsT08kFJVniC3oAQNhZl3xmx28FTCiQgzJ4B0+bnV443h7oHg7P7VtYPi5qT9kSclpii3jqJ7lnekUk0PS+eNSc7YXt6Nr6rjx7yxt0XJ11xB1XQWM5srWT/Q+JiIiIqBjJ9+XuhFb/IWla6ZkOrLxnzjwy+yb7pAfLo7KTBAc/mb1lQ3XsgDfo8EqOKeH0Wc7SpkJjAiylmtbua63d14C5ubknT54Af75z5/voyTf27v0NUFtbW1PDvBdR7rxg+qqsrZb+gqIoYLEXlaLIWCC8VpWi/Gvq5sIYYGwXGvDLRK5W8Cz4NO0NPQDAG/wRYAKMNj2xReytUgZHlLHINk91U7vQ2aJd+cXRcFDsrVMGRwLRPaowitr9tsoc7VHVdJ7d2jgzf/GO8tQb/lrWGBv1J9srRGa/iIiIiKgouRYiOS1Reypynxyauv9zz3Bo7LpcfUa06tcfmXWTfbPnJ9J+WJ7sm73ljZ69Yb4DwLc4+IV0y6tc+ETz+Vl2YqCCYgJsdTU1NTU1NUBra2uhl0K0ORWkDKvIc2+rpr+iBWCCwOwXlRLZpVy6rkgAtlem2LnmWuiZjnVX+yVni/gpCKQZFPSK5nVAQvBHH3bwSToRRLNw1CxkUsqZeWRWaMQ6w+U6w9qBREREREQFF7KPBABAFHpPx7opqBtaxF7I3cOhgW8C1oPadUZmWXDwk7j81kq++a8moAKMwP8bO6iv6Dy7FZ/M3vL6bs9UHV/RZIUof35V6AUQEdG6eFxOP2AymVKfjhSACZxTRCVi6qa07yOp+7oiAcb2yq9T3LKHmx+qD9iyOzGIiIiIiIiIqIB+8cpAqvm4YovQBGD6+dS6I7NHnvEcOzT7pRcqaCyNmtQ71J8FnwKA8HbyCU3nXgGA44+LWV8Y0TowAUZEVEo8jlE3YGq2GNMELCp+QGc0sACMSodRVBtFAJCGF07cVOTEs9Hmhy/nsJ8DERERERERUZ75Qj8AgLq6auW5LdUigMCEa52R2ROcuKM8BYyN+s9vbN2fZj/qmp1UMKFMZnlhROvBFohERKUjnP7S1ZsNWJRSR0huAALgcQw9dvvDrRJ1pvptZjNzYlSUGg4aG8K/8gWunFsYm1a6n2G5pYNPub3c/JCIiIiIiIhoE/lhPgRk9HE488iMicK7e6s66zQA5DWD0+IoASooVoAREZWKaPrLYk6bygo3QITbaR+NZr8A+N3OUfuQw5OPRRJtmF579IxgBCArg5GdayF7vyKlavJAVARUG/Ii18a/AhERERERlYeQd37lwUjPw41GZoGms8sQzn6tzRv8ceXBSHdEooJiAoyIqDRkkP6KNEAEAOjqm602m81ms1mbTToAfvfokEvJx0qJNkyv3SUCkZ1rkO//PCAD2yuPmvPy7uKv09/ZR27cNa9y2xohmr4wuIhdAAAgAElEQVQq9CqIiIiIiKikRT8Cj80Ekk+5no9tLDLPxLeE1wFAGV9xavKPfAhFRYAtEImISkFG6a9oARhMzTaLIXpQMFg6rMKQ3en3O10e8/IJouIWmnoUAoDphX3TCytPj12XxgBju/hp1rojvqJ5HZC8wR+B1BVnKdua06a1tJR6CnTuMOtGRERERFRO1NY27cD1AKYX9j0LnbIJDXoAoan7yu3hwEYj80xf9Xaj7/wEHMDy52Xf4uCw79YE+PmFCo8JMCKi4qe4HmeQ/gIEc4ctZamMYN5mco664ZY8FgMzYFRYPuXEOUWC+sAZ0ZpcTxVp3fBalRoI5X1leo0BkKCMzxh21CWciexcEzVsxUhERERERETZYq48tf2XnukQZKXn3HLFlLG98sCjhQF5Q5F5tqPL+DtZehD+zSHX3shhzbtH9N9e9UkFWhVRBBNgRETFTnE5nH7AtG2N9NeqKgQd4IeiKDC8wMsQvTi9dpeoSHJo4JuA9aA2/ox8XxkDAHV1FQC19bTRmuL6wJWPFsaApveNWW+NWLGzEQ8m4Lgzv7+uajnX5Zv/agIqwPLbiiy/IREREREREW1qDQfF3jplcEQZCyexRO2BNsFqhv3RxiPzrOL42a07JXwZ/b2xUf92e9UOzH9byFURAWACjIio2EXTX83sXUjlYrl1wwng+EGtCAChqZs/90yHABjbX15RGZYvO9r1r0/4JK/v932az7sqRECemb8Y3rNWrd9ft9b1RIQctGrM+gvmv30lEREREVFaolk4ahaOJhwLxPVH2Uhknml2AF8CuGG+Ezs2E3wKqDhLmwqLCTAioqKmeCQ/ALhH+90pTocP6+qtHS9SHkaUZ+bK3vZfuodD0vRCd+J8L+P2yuzN9NoAfdXJI8EPryqqCen3E/EnhNNnq9j/kGgNnFJGRERERJQNvtAPQLQ/SpYi80z+KQhwljYVGhNgRFQOFNeQ3emHqdm2VplU5pElKPKHS5UOi+TRdEb2P6TiILaIvX8VGOxXxuTIrC+jqN1vExr0hdyzBgBinWHovHDpC98Db1AFABpjo/5kVwWzX0SZ2lB9lS9wZfkbgtq4Xbt/d3iy95qRwvHdWjHTTaUZp+jku7MfDgZXDda8c35rJ3ezEhEREdGGhewX5AEZxnYxaSeo/KeABEDURm+JM4/MM9/8sY99EjTv/F3SieDEVBCAsYGfpqmgmAAjotIXaRKY1ciiIZg7bKnmHHkc/aNuJGbyBINR5/T7/U6Xx5yY3/O4nMx/UbER9dqjp7VH1w5Moj362QauWhd9xfGzFcdz+x5EFCPfl7uHQ3EHQtK00jMdaHpfTBr1J7sWuq8HEiMXuqeVA2fEgrVOJSIiIkop8/09caZuSj3T6pze2wQn785/NaU89WJ5w197Rcb7iSir1OIrgAzpUUBuEeLmUCuXhkMAjG9pxXVH5pleYwAkBJPGfcl3Pbe8UEHzr9/SFGZhRGFMgBFRqSvr9Nc6RTJgcI8OodliMQgAFMXlcjjdAGDaxj6JRERUZFwLkeyXqD1lq2zQAwhN3f+5Zzg0dl2ujn/641MuXQ8AMG6vjIwP9AXs/QsDcmjg3IL4WWVDFlcl7tk6tCfVicgWVxg7DSz/IiIiojQy39+TwLXQM53TdUXvZABEK92D0oT0+wmWthdKw27BOK1IsnLppjp2i3vlnCIBEIXjccVemUfmWcX+Ts2DwaAExFodyjOecDcF3jNT4TEBRkSljemvBIK5o1kZGnX7/e5Re+LMMFOztQy7PhIRUWkL2UcCACAKvadjW1nVDS1iL+Tu4dDANwHrQW346NQ30Y/3B6P7W/Va62l4P1oYQ2DCVdmwyuOkLAkOfuF7Cqiq9Sf3cCsrERERpZb5/p7Eq04kVLpn3+KlcParWjj9QdUOvQaA7Ju//YXvgTf45ceeV28YduT0/SkVvXC8PZBiQraoPWUTxI1F5pm4x/Du1Oyt8G8OufYCAFSAsdHIe2YqPCbAiKikhVv7mUwmt9udrcgSZ7B0WI0u12PJ7Y/k+3Q607ZIORgREVFR+cUrA0BTW/KHdrFFaBpeGJt+PnVQ2wAAgYnplJFbqkVAxg/zISDX+15n5sONXN75oIqTDIiIKFs2Pggzo5Z62VpluHJIOM0cyZrWsb8nZkXFWC7MKA8AFYTTZ5f/EkV91fEP4PnYJ0H56m7VDqYrCkBsEXurlMERZUwOH1A3tQudLSlaGmYemWeazrNbX5XwZexAtfDO3qrOOv5zoiLABBgRlTCPIzwGy2KU1shqZR5ZKgwWm82S5pxgMFsM5nRniYiIioUv9AMAqKurVp4LZ7ZipV15mP+3hsVLVxUVgEY9G7kQEVGWrGMQ5sZa6mVJtAY6529UFjLf3wMgnNdcCOczjNu1mA5IOVrX5B8VAGgUklOY+qq3G33nJyDJ/wQwY1EQolk4ahYyudfNPDLLIh3CnfjH1Oc1O4AvAdww38nruojWwgQYEZWscFJLV282YFHKUiQREVFWKa4hu9MPU7MtRR9axeNwPI4W7Op0pm0Ws0FgwW6iNUq7fIGHMgC8VpXj8i/5ru8BoILmnfaK3L4TERFtGpk3yttYS71ske96bnmZ/crUOvb3AID8J2VMBkTtAVulFcqJ3M0A29FlHurK2avTuiwtLRV6CUSbxa8KvQDaxKZuSvs+ku2+1aOkfR9J+z6STlxYmEobGZq6KZ/4KJPILFu8dMi195N5OZNY3/yxQ669hzyTuV7UphFNalnMaz0pzDySiIgoq1aZP6l4HP320Vi7WsDvd4/a7UMuJV+LKyIh7/zKg5Hd06uQXcqJ8Nzv7ZW53vy+eHswyPIvIiLKpvhGeZXRTobqhhaxt10NhAa+Caw/Mhd88xfDPwQpa36Yjy/m29LUXtl7ujK3WcxVBX/M6MEWEVEJYgKMCsW10LParpbAlY8Sfi/JgZ5z0hVXyki5ZzokrR2ZbZN90oNMYyPtAihrmP4iIqKit1r6y+UYdQPQmZqtNpvNZrNZm+t1APxOu8OTz0UWll67SwSAsZkVT+5cz8fSXzd1U9r3kdR9XZEAY3vl1ysGaWTbjPIAAMu/iIgoi1ZtlAdg+vnUuiNzYHLY9xSwNAosWFmfTPf3iC2VRws8w8m3+K0XKsDyW97nEFHZYQKMCsK1cOL6KhuUQvYLC9FHHsavPzN+fabyQPjhyPWkirFopKg9dWb1yGyb7Js9P5FpBwC2C8g2pr+IiKjorZL+gsfl9APQ1VsshsgPKMFg7mg2AYBb2kQZMLW1TQsA0wv7LijRIv7Q1P3V7xUBwCiqjSIASMMLJ24qOd23HBy8E56ZwfIvIiLKmjUb5SEw4VpnZPbNeM5PQNVoPP7bHL1BGdro/p5Cie7Yrtbvryv0WoiIso4JMMo7+b687/qqIz1dykDSMwy91npaPCAiubQ/Eqk+YIs2AUgXmVXBwU9c5ycy7gDAdgHZprgeZ5jUyjySiIgou8I5LpPJlOqc5AYA07akn08Vgg4AFGUztUE0V57argYAWek5F+5oLfcMB9Ae2dWUUsNB46enxU9PG78+U9kESNNK94Xc5cC4LZqIiAojsVFediLXZfHSVYXzL9dt4/t7CmCyL7xjW/POB1UFLUMjIsqN/6bQC6BNxRe40r8wJgOAcbsW06nTYFPhPTLbgYQeiWprm3bgegDTz6cOahsSIoXERskpIrNGnvFcvKpIgAoaSyMeZJAGC7cL+F2j8GBCYRosCyIb6lc8NHyRSKLNTKXaFN+aNskfExynXDTCFcimZotRcrtXnDVYbDZLAVZVpBoOir11yuCIMiY/3/o/TNZosMX0bw9YYH+UEKZ4XK7HUmxqmk5n2mYxG/TC0TOhH84pkqwMuoScTAKTHylPARWEndwWTUREWRfyzgPJBcYpB2FmHpkl4bkPr3caOvXAs5y9TTkyV57a/kvPdAiy0nNueWOTsb3ywKOF5D3fBSTfnQ1v7zaG/5aJiMoPK8Aoj+Q/KWMyIGoPnDF+uludJiokPwOAppVPGMwvNQHAL7IvKXLF1IfkyKwJTtxRngLGRv3nN7buz2RvDNsFZFk0qdVsMWQtkmizUqlUmyctRJRX0Qa85vX9CFI8kh8ABGHT7dwQzcLR08b/+P6TGg0AvGpUx57ovValBhTXUL991BnLfgHw+92jdvuQS4k1GsrR5nf8KAcBoFHYkZOXJyKiTSrzRnmFaakXfppRrT+5R5OrtyhnDQfF3veFpthzI1F74H3x05YthVxTksm+2Q8Hw9mvrZf5t0xE5YoVYJRXW5rahc7wbM+0qak1ty/FNj1lHplFovDu3qrOOg2ADPbsxLULeLaZmhnlTvTRoHu0f+V++uhhXb21w4yMIzfdQ0aiRCwYKhtMZxaNhPmTixlepHhcjlGnH5t460bS0LS4eScehz08M83UbDEbBAGAorhcDqfb73faHcK/zem6Fscn2P+QiIhyINa9ZmHfs9Apm9CgBxCauq/cHg5sNDJrok8z2BZv40SzcNQsHE04Fojb31NIwdhge2a/iKjMMQFGeSS2VB5dM2j5YcfKPbxbqkVADm/vVa89BjYWmT2azq51PJJiuwAiIqJNJyH9ldkF/aPRvRq6+uaOdZaNlbiQ/YI8IMPY/t++8//Ep78g/ykgARC1DXrP3D0A+L+emq9eDBw4I1j1gCCYLRYodqcf7sePA3IlcvUsyRf0AIDmtVdy8OJERLS5Zd4oL88t9eS7vgexpxmUPas9yMqf4OAns7fC802PbD1ex+xXGclwT2TmWye5X5bKABNgRLnCdgG5IJg7bKmme0QeHpqabbFd85lHEhERZcu6018AAJ1OB/j9fvido0NKvWV9V5c0tfgKIEP6fsZZAZhMJrfbDeC/KJeGQwCMb2lFj+s+ABir/hmA0MA3AevBcPtrwbzN5Bx1w/+f/4zKnD1LehZ8CqigeZVPAImIKPviBmECAETtgTbBak4ehLmuyBfmm784GFRBeJtPMzYmtr9H/LQlYXdO3P6ewqwMcdkvjeXI1uOcb1o22A6EKB0mwIhyg+0CiIiINh3F9Xj96S+DxRbZkqF4HPZRt9tpV7B5WvQ27BaM00/+RcWPwGvbLMb/6nYD+PP/oUgAROF4ixqw2GwWAHAt/O/XA5heOAEcP6gVAeD/Q/R/je0vW3PxLEn+KQgA1ZpXc/DiRERE62mUl5+WesHBL3xPgd8dMXD45QZF9/c8CsgtwvIzIV/c/p5CLW2yL5L9euf8Vpb3laEsFmwxo0ZlgwkwolxguwAiIqJNJzLDyrRto7krwWCx1it2p9/vdHnMm6VSWS8c+NffPX6O//vZK//LRz+/9Rb0wH8GIGpP2YSEx0Pmyt72X7qHQ9L0Qvf0AoD/7tcLTa8AwL/cXvl3LbmZpfGjHAQAUcMtTURElDeZN8rLfks93+K3XqgAx1WXI/GMCgCUC4cUMH2yhobdgnFakWTl0k11ZNeOL3DlXPz+noLwzX81Eel8yL8+ItosmAAjyj62CyAiItp0oumv5hdKXAkGo87p90NRFBg2Rw2Yx/H4OfDP3lCpXgIC4WP/8q3K3o4Um6PFFrH3rwKD/cqYHAKe//qfBwDglb/8u93avK6ZiIgoCzJvlFfULfUoBb1wvD0Qv2snYuX+nnyaHPY9RersZkS1/vOz7GNEROWFCTAqNnr1a4CU+twvCaX9mUfmF9sFFIIh2h0pi5FERESZUzySHwDco/3uFKfDh3X1m6e1YYaiQ9N27zAL+AgqRz/cwG+2pW0NJOq1R09rjwKKa8juBKCrb/zvc7jAHV3moa4cvj4REW1emTfKy2dLPX3V5RupyslmPB1XFRWE0zf4rCMTYovYWxU3sw3qpnahs6VwzQ+B4I9y4d6ciKhQmACjorOlWgTkkHc+XUCstD8uMvVepxzNQl8d2wUQERHRqhTXkN3pT50OW1T8ACAImyJPFk1/rWtoWuRKh9OPjV1LRERUHDJvlFesLfVoNalmtq1FL3z6Wa7ubDSdZ82dOXptIqKixQQYFZ3IzqaxmRVnXM/HAGCLqE+KDBw1a1eNJCIiIsopwdxhM6c47nH0j7oBU7NtuTVipM9hiklfiuuxGwB0QkWO11sMwn/aDaSwFNfQqJvpLyIiKnmZN8orzpZ6RERExY4JMCo+DXVaTAcwnXQ4ZB8JAMD2lxqSIxX7bq1Vv1pkHrFdABEREa1OMG8zOUfdcI8OodliCQ/7UjwOx2ZK60SHpm1b55/V44hlv9hQkoiISl3mjfKKsKUeERFR0WMCjIqQWTggBgbiWxP7Avb+hQEZgPpA/JDzSGRo4NyCeKayQZ8+koiINotId7mEgptUPI7+UTefoFOBGCzWesXu9Pvdo/bEmWE6U/Nm+EcZTX81r/51mnyVx2EfDdfI8WuXiIjKROaN8jbSUi9r6gxDN9bzQ5uIiKgYMAFGxUhttVV6zy2MAYC076PlE03vi1Z9yshAz7lA/IkVkUREtClEnqqvKTx6iKhwBHOH1eBxOR67/ZF/sjqdaZvFbNgU078Uj+QHAPdof6qvxPDhpCRXJLkNwNRsjZTNEREREREREaXDBBgVJ7326GcLY3GpL6Oo3W+rbFiZ09Jrj362pfHmz7enQ9LqkUREVPYyTH95HENMf1GeGCw2myXNOUEwWDoM6c5SvFj2S2dq7lhX1RgRERERERFtUkyAUaHohU8/y2TnrvHrz9aMUTccFBsOvvCS1kvcs3VoT8bRbBdARJRrGaW/lotIiKhgBHOHzZziuMfRP+rGihamHkck+8XGh0RERERERJQpJsCIiIioPHhcTj9gMpnc7tTlXYrH4Rh1+wFAZzLB7WYejKgUKK7HbgDYHNPRiIiIiIiyZPUJ2YrHsdyQXaczbbOwzziVHybAiIiIqByEh3qZmi1GKW3+67HbD+hM9RaLGa4hNkEkKgnh3DbSDgyLKwxTqVSZvGKGYQCWlpYyjCQiItqkpm5KPdPqA2fSDWIPTWU6tCLzyGyQZzwX7yhPvVABqNZY9hr212nElKG+xcFh37cTwcjKqoW3PzDs4OANKgGr9kiJtF6I8fvdo3Z3mlQZUeliAoyIiIhKXzj9pas3G7AopY0STPXbzGaDAEDJ29KI6IUoSiZfrpnntIiIiCh7XAs906ucDlz5aGEs7veSHOg5F2h633g0uRVy5pFZEJzsmz0/ARUQuX/wBh1XZx3V+s/PViXlwOQZz4dXlfjbDMmrXPhYsRwxH6/L/sqIsmi19JfiCo/F1pmaw1VfisflGHX64R4dEth0nMoKE2BERERU6qLpL4tZABbTRQlmiyWfqyKidTNYbLakr9N048JSyWLBFjNqREREa3EtnLgeSH86ZL+wMAZA1J4K13L5Avb+hQEZY9fl6oSKscwjs0G+6zk/ARU0liOG43UaAPLM/MWrPsnr+32f5k5XxXJoLPtVrT/9QdUOPeBbHPxCuuWF4+rsa+e3dm5gZbm7x8jdK7MmvhStXv3ligzYjfU8FAzmDiuG7E6/3+nymPnJmcrHrwq9ACIiIqIXkpD+IiIiIiKiXJPvy/uuB6RVIlzKgAxAfSDWyVCvtZ4WD4gAQgPfBDYSmQ2LtweDKsDYGcl+ARDrqi4fEZYATCiTy5HBwTsKAFTrPz9bFel5qK/oPGv8HQAEv30UXN87q1Qq7rChfIlNyE55UgpP2N2W+BFaMG8zAYBb8uR+gUT5wgQYERERlTKmv4iIiIiI8scXuHJB6h4OATBu1xrTRE3NBABgu5BYv6W2tmkBYPr51Pojs2FGeQAAwtt7NAnHX9G8DgDBH33RI77Fb71QQfPOB0l9ESv2d2qWAGlqUd7AApZKygb+gFQMlidkpzobaTFuMq4Y9mUwmuICiMoCWyASERFR6VJcj5n+IiIiIqJN5AWriF7k8qWlJch/UsZkQNQesFVaoZxIPQMsJD8DgKY6bfIZ80tNCIzhF9kH6NcVmRV1hqEbK576pyI/Up4CqmqhccV7i3u2Du3J1oKIsm6tCdmLStreiGF+Je1gAaKSwwQYERERlapIW/Pkzg1ERERERGWoSBrobWlqFzpbtCIAX7qYX7xrVEeFvPPhtFbmkbkUSXdB82r0nX6UgwAgasRVLiMqPmtOyI7Ud+mEipXnKgQd4Iei1ABzOV4oUX4wAUYlLLt3fll8NRaJExHlQzT91WzJaA8nEREREVEZKMgzh+VnJmJL5dE1w32hHwBAXV218tyWahGQ8cN8CFCvIzJngpN3PecHgyrAcsSwI3rwRxkAjOJfAMHJu/NfTSlPvVABxmrh7Q+qdug1q7wiUcFwRABREibAqCQVyaYnIiIqIMUj+QHAPdrvTnE6fFhXb+3gnT8REREREa2weOmQ5AAAqKB558jWzrrYqX/6wQsVYPg1Bj+ZveWFCgg/iZK8yoWPFWPn1st7mAOjYsP0F9EKTIBRCSvCQitm5oiIiIiIiIiISoPGWA14gxKCX16d/aHTcDwxreW4Ogtoftep37+nQgTgWxz8QrrlhTQ4e+nX5uN1aV6VqBBqOCGbaCUmwIiIiKgkCeYOmznFcY+jf9QNmJptbI1IRERERETpVBy/EZmCJM94PryqOAZnPUgu7bIc2bqc6NJXdJ7dik9mb3nhuDO/v66KE8Io5t5hVVtf9DePtP+AjWyU7xpZuta6obevefvfcUI20Uq/KvQCiIiIiIiIiIiIiApFrDP8fadmCZAG5yfjT1Tr9yeXeWk69woA4FUmfHlbINHqat7+d//m5cwmZAtC+gzZouIPh8xlcW1EBcUKMCIiIiIiIiIiIsoWvfo1QEp97hevDACvVanXF5lr4lvC64M+CcEffdih/4vXqrHkhUrUpKjxekXzetpF0+bVeu3JCN5r6xsvwHvX/Nb8MpDhhOwKQQf4/coikDoVphMqcrlYorxiAoyIiIiIiMqG4nE4Hrv9fgCATmfaZjEbUm9zTY40bjObDWwZQ0RElAVbqkVADnnnAX3KAHV11Xoj80rzqgh4C/DGVMpqWq89fPLGrtpj0RzY0tJSQReUmiAIgB9uyWMxJNaLeSR3LICoTDABRkRERGXFYLHZLGtGpZsgRkSlTPE47KPxu179fveo3R3d7Rof6RqyO/2Jkf5Rt2Rq7uD4QCIiohemFl8BZIzNBI6atQlnXM/HAGCLqF9vZDbId2c/HAyqqvWfn10xvutZ8CmgguZVPQC8KmqAICaUya6KHatG5sd6tvi4XI+ljEIpB2q6Hz7Brlq4AODwPWxwotc6zX31Px36KkW+LfWEbIPRBLcb7scusyHuJllxPXYDgMnI22EqI5wBRkREREREZaDG5Rh1A9CZmq02m81ms1mb63UA/E67wxMf6XFEsl/JoX736JBLKcTiiYiIyktDnRYAphV7wpyskH0kAADbX2pYf2QWiG8JrwPw+m7PJJ0JDt5RAKBa82o4co/+dwCgfHU3mDqyUUhOjOWK4nH020ejKS1EtvjYU920eBxD9lFnRqGUMzXdD0fCv+prO3yvsGtJzWBevkkO/9NQPNHtYbp6M/NfVE6YACMiIiIiotJn+evIZ3aLJdrIUDCYO5pNAOCWljNg0c2tunprR0KotV4H+J0uD4iIiOgFmYUDIoDQwLmFqXBmyxewX5AHZADqA7u1G4nMAn3V241YAhxXZy/NRDNbvsVLn8ze8kIFzTsfxCrDKvZ3apYAaXD2WN+iHI0cjEW252lMkpLxFh94HKNuf1KoCQD8TgdTYHkVK/vqO9c7V8iFpCGYLZGb5FF7f39/f799NLw9zNSc3DiBqMSxBSIREREREZU8S/2/AgDTtqTP7OEp31AUBZFk16LiTxkJwbzN5Bx1uyXP2n1UiYiIitKajfJWdAFeKUXv4I1QW22V3nMLYwj0nAvEn2h6X7TqNxaZDTu6tr4rz97yBh1XZx1xx1XQWI5s7Yx7P3HP1o/l2fMTQWlC+v3EapG55HGl3uKj9I+6k6Y4RQY4xXd0FgwWa71id/r9TpfHzEbPBTB+7OK97vz0QVwXwWCxWY3J3y8sHIhLZYcJMCIiIiIiKnmOS4ceZDRmXFEUANAJKbZth7Nl8eViREREJSPzWZh5otce/WxL482fb0+HJACAUdTut1U2rMwcZR6ZDZrOs1sbZ+Yv3lGeeqECAI2xUX+yvWLltLEdXVv/vn3x9he+B95gNFJ4u71qR96mf0WTWmtv8YmFJg1wEgxGndOfGEp50tXVBeDP99BaoAzY6hOyBYOlw8CNX1TmmAAjIiIiIqJypXgkPwAI65n9rig1QDF2qyEiIkorrlFepIpD8bgco06/32l3CLZo7Y9g7rCZU18fLg3T1VsyT5fphU8/Wz1Y3XBQbDiYyWtlHpkFGrHOcLkuo3ooUV9x/GzF8VyvKJ3VExhU5K5du1boJRBtdkyA0SaxZhOA+FCX67HEAmAiIiKi0hZ57gfA1Lyi5Y9fWQSSb/Ei3RGJiIhKzjoa5aWiuBzR6zkAqBSk2uJjMJrgXvm3vaHdQEREZYIJMNoE1tEEYEVoJNbUbGOjZCIiIqIS4XH0x27pdPXNHea4G7loH6AUzwIjnYOIiIhKzjoa5aW83MX0V+lIu8XHYK7XuZ1+9+gQlssAHdHUppnPtYhoE2ICjMpehk0AACCW/dLVN1vMBmH5psI9OiQUqmc2EREREa2bTqcD/H4//M7RIaXesvxATzBvMzlH3XCP9ivRm75wDwAn819ERFSiXqhRnif83GRl+oyKzGpbfABAMHdYBYdj1O0etcfd1Sw/ESMi2myYAKNyl3kTAMX1OJL9Wk51LYf6JY9iZrU4ERERUQkwWGyRW7xwfb/baVewfItnsDSblFG3H37nqN0Zu0pX31wvhTdUExERlYVMut8tPw1hiVAJSL/FBwAUj0da2dDZr0iLSrpBIFQYc3P3njwBgMnwVSIAACAASURBVNra1pqaQq+GqIwxAUZlLvMmAJG7wpX1/pEKcmbAiIiIiEqOYLBY6xW70+93ujzmWO2/wdJhNbpcj53uyNhXU/02s9kAl1SwlRIREWXXqrMwl0X2DbP8qxSsscUn2tgoruIr8q/APWpXUgwCocJ5crGtrQ8AukaWrjEBRpQ7TIBRmcu4CUA0/2VcWRMumDts5qyvjIiIiIjyITr0K2n8iWAwWwzmxBtFjxLZJj+X3yUSERFl01qN8hJiJZZ/laIUW3yipXym5o7lhKdgMHdYMWR3+v1Oh8uwSVJgS0tLRf6CRJQ3TIDR5rSyCcCismZXACIiIiIqZ4qiAIBOqCj0SoiIiF7M6o3yYmI5E5Z/lZ6kLT6xxkYrUpnR8ad+ZRHg33Muzc3NrXFgzatq2A+RKLuYAKPNJ2UTgPjHHYrH5Xosuf1+ANDpTNssZnZKJiIiIipmNW//rx/39/frUnX3SdropLiG7E4/Voau0hGAiIiohKzRKG9ZdHewycjyr7K2cg4I5cC9w7XhroYA8Ej7DwBqa2vXuqqvrbYv7rddI0vXWnOxOqLN6leFXgBRHnkc/f39/fZRpx/Q1Tfb4npgx56LwDVkH3VGsl8A/H73qN0+5FIKsWAiIiIiysjcH10/A/A7XZ6kM9G97bG6rkgizC95lMQ4h5P5LyIiKi+CwWKt1yHlT0jmv0qB4hrq7+/vT/lYKvNeRux6RESbFivAaJNZowmAe9QeG4IuYLlazO+0OwTbKkNjiYiIiKiQ5r66Z/o377nhHh1C3OB3h2PUHe4HtHzbZzDX69xOv9/pcAiRSMXjsDuT44iIiMpAmlmYQCwtUvz5L5VKld3I0hnpFPnrW570FZO8xSd9ZGzQG5s851bryZGu79r6xuMOdXV1pQn+7ru+8XEA2Lmz6803l4+/sWbJGBGtCxNgtJlk1AQgzbBQuB+7zAY+DyEiIiIqUg6LtVexO/1+96jdnXBGZ2pOuOMTzJZ6KUWkztTM9BcREW0akbRIUee/Mk99lavoAK+1t/jER8Zv7HY9dnLQW37UtF57+GRv73ttx6JJsL0nr7Wmnul173Bf2zgAvHnmGnseEuUQE2C0OQkGi7VesTtX7IxZbVio5FHMrBYnIiIiKlaCucNq8Lgcj2PtrNONcxXMHVbB5XrsdEcDl1sAEBERlZy0Ay6Rvv1d/DD0IpfFgq0SzKjFnmCtucVnOdI56nYmhtZb2dYoL2paux8u7ek9/F//PQC01e7quvyHa92pk2BElAdMgNGmldgEIDIPNHU/5OhJIiIiIipugmCwdBgsmUQazBaDOZNIIiKiYpd5o7xlnAtVMta3xWdFpJGbfPKtpvua89//IwBgvO9Ybd/tyyN/6E5TCkZEucUEGBGAyA0fc1xEREREREREVHIyb5QXVUIFYLSuLT4ZR1LujVze2XZsHOPH2mpvd438IV0/RCLKHSbAqLxl3gQgUuXlljwWQ3JROHdFEREREREREVERy7xRXhgfdRDlXKQf4nvH+sbH+9pqv2M/RKK8+1WhF0CUU4LBqAPgd7o8SWeSmwAI5m0mAHA/dimpI4t6LCwRERERERERbWaCucNqbTbpdLEjOp2p2Wrt4PAnosKp6b728MlI106E+yGqdvXemyv0mog2EVaAUZlbRxMAg7le53b6/U77kBINVTwux6gzHGnmDSMRERERERERFa11tL8zWGw29skjyoua1msPn+w9/F5bX7QfYlehl0S0WTABRmUv8yYAgrmjWRkada8MTd0ugIiIiIiIiIiIiGgN4SRY73ttx8Yx3tdX6OUQbRZsgUibwDqaABgsSaE6nam+me0CiIiIiIiIiIiIaONqWrsfLj253LWz0Ash2jxYAUabwzqaAKwjlIiIiIiIiIiIiChDNd3XHu7Z23vxzvcA8EZtoddDVN6YACOiUuELXOlXxuQQAEBt3K7dv1to0KcIlF3K4EggGgmjqN1vExr06jyscfHSIclRrf88TX2tPOO5iF+dAnDItbdaY9lr2F+nEfOwLiIiIiIiIiIiKgo1rd3XWgu9CKJNgQkwIioF8n25ezgUdyAkTSs904Gm98Wj5vjAkP2CPCAnXCvJgZ5zAWO7+GlLjnNgk33SA0CV+mRwsm/2/ARUiDbY9AYdV2cd1frPz1YxB0ZERERERES0OsXjcDx2+/0AAJ3OtM1iNggrJ7YrriG705/qBXT1NcBcbhdJtAH3Du869x0AvHnmITNjRNnEBBgRFT/XQiT7JWpP2Sob9ABCU/d/7hkOjV2Xq8+I1mgd2NTNcPZL3fT+y51mtQjAF7J/8/PAdEgalq9UGROzZVkVzW+lJt/1nJ+ACppId80b5s9n5i9e9Ule3+/7NHe6KnK2LiIiIiIiIqJSp3gc9lF33AG/3z1qd+vqrR3mpBzYopIy+0VUzMbHxwHgzUKvg6jcMAFGRMUuZB8JAIAo9J4WorVS6oYWsRdy93Bo4JuA9aAWABCYmAaAhLIwvdp68GU8kwdkjI0onWYhF9VWwcFPZm9502a/gMXbg0EVYOw0HP9PCz8BAMS6qstHgh1XFdWEMtlVsSMHyyIiIiIiIiIqA4rLMeoGoDM1WywGAYDicTlGnX6/0+4QbBZDfKyiAEiVGQNwKE8LJiKiopBySg0RURH5xSsDQFNbcu5KbBGaAEw/nwr/3vV8DAC0jcllXmprmxYA5JCMbJNnPMcOzX7phQoaS6NmKWXQjPIAAIS392gSjr+ieR0Agj/6sr4uIiIiIiIiovLgcTn9AHT1kewXAMFg7mg2AYBb8iQEhwvAhBS9EYmIaLNhBRgRFTlf6AcAUFdXrTy3pVoE5MCEq7LBDJgrv/6sMs+rC07cUZ4CrzfqT3ZV4e7sg5RRdYahG4aUZ4iIiIiIiIhoNR7JDQCmbUklXRWCDvBDURQYYmciBWACJw0QERETYERUBn6YDwHqVQLk+V9y9uai8O7eqs46DYD11pfJj5SngAqaV/VrBxMRERERkS9wpV8Zk0MAALVxu3b/bqEh5d105pHZtnjpkOSo1n9+tipl+3V5xnPxjvI03EG9WmPZa9hfp8lFo3ai8mGw2GyWTIMXFT+gMxpYAEZEREyAEVGJCHnngeTPq5HuiGteO/UoBADbX2rI9rI0nV0bK+0KTt71nB8MqgDLEQMHgBERERERrUW+L3cPh+IOhKRppWc6kDADeJ2R2TfZJz1AuvHAwcm+2fMTUMUCvEHH1dlVsmVEtArFI/mBpG6H4WoxAfA4hh67/X4AgM5Uv81sZk6MiGjTYQKMiIqcXrtLVCQZYzOBo2ZtwqnI0K81yPd/HpABqA/s1q4ZnC+HZi8AKmjeObK1s67QiyEiIiIiKnquhUhOS9SeslU26AGEpu7/3DMcGrsuV58Rrfr1R2ZdLL+VknzXc34CKmgsRwzHwz0kZuYvXvVJXt/v+zR3utiwjShzisflGHX6AZiaLXH7UsMNEOF22t1x0X63c9QtmZo7Mq4jIyKisvCrQi+AiGgNamubFgCmF/ZdUKZ84YOhqfsLJ64H1r7atXBpOATA2P5yDj/orlu1xggAwS+vzl66GyzwYoiIiIiIilzIPhIAAFHoPV0Z7WSobmgRe9vVQGjgm8D6I7MsOPiJ6/xEMF32C1i8PRhUAcbOSPYLgFhXdfmIsARgQpnM0bqIyo3H0d/f328fdfoBXX2zzZLQlmVR8Ud+patvttpsNpvNZm026QD43aNDrpr8L5iIiAqHCTAiKn7mylPb1QAgKz3npH0fSfs+knuGA2ivPLB6nxCfcuJ6QAIgCsdbVhsSlndnt16+Yf78iLCEoGNw9hhzYEREREREq4g0P29qE5I+AYgtQhOA6edT647MHnnGc+zQ7JdeqKCxNGqWUgbNKA8AQHh7jybh+Cua1wEg+KMv6+siKlc6nU6nAwC/c3TI4VKWz0QKwGBqtnXEWh4KBkuHtV4HwO/8a9aAERFtJmyBSESloOGg2FunDI4oY+GhX6L2QJtgNcP+KP01roVY9qv3dPKn36Ig1hn+vjP44WBQGpyf3MNJYETlyRe40q+MyeExJGrjdu3+3UJDfEGqTzlxTpFWfQ1ju/hpLrP4i5cOSZw+QkRExcwX+gEA1NVVK89tqRYBOTDhqmwwrycye4ITd5SnwOuN+pNdVbg7+yBlVJ1h6MbG5gcTUTyDxRb5UlI8Dvuo2+20K7B2mAUAEMwdtpRf34J5m8k56sa/qrfA4cjfaomIqKCYACOiEiGahaNm4WjCsUB4d+drVcnPhWXXQvf1WOeTosx+hYlvCa8P+iQEf/SBCTCisiPflyMzSCJC0rTSMx1oel88mtXnbi9ksk96gLTTSoiIiErED/MhIKP9IplHZkwU3t1b1Rke67XOS+VHylNABc2rRdSxnag0CAaLtV6xO/1+p8tjtqyRYa4QdIAfVb9mF0Ra1dzcHPDkyZPlI7W1tUBNzVr/cubm7i1fVYUtAO7du5fZm/75u/UvlIgywQQYEZWuNLs7l584b6/sPagt3uwXEZU310Lke5GoPWULzyAJTd3/uWc4NHZdrj4jRgYT6oVPPxNSXR+yX5AH5Bw3cZ3smz0/wewXERGViJB3HkjOE0V6Hm40Mgs0nV0bK+0KTt71nB8MqgDLETaEINoIwWDUOf1+KIoCQ8qbaipHc/d6L+JvPgGw6/Dh/W/s3dPdump26t5hVVsfAHSNLF1rTfmKc/fuXjx3rG989Tfe2XX5zMk9ralzYU8utoXfBQAeaf8BQFtb2+ovSES5xhlgRFTsQvYL0r6PpBP3Q0kn5D+FOxxq45uJxbJfxu2VXxdJ9ku+O9txyLX3k/kUn7efBZ8C4H5PovITso/E6lAro9+m1A0tYm+7GggNfBNY/Xr5/s8DMgD1AVuuyliDg5+4zk8Emf0iIqLip9fuEgFgbGbFD1DX87GNRRbU4qVDrr2HZi8MBlXQvHPEfLyu0CsiIioJc72Hd6lq245FMk3jfX3HjrXVqnYd7r03t8FXvHd4l6q2tm3N7BeA8b5jbbW1ql2Hezf4ZkSUb6wAI6JipxZfAWRIjwJyS9xTYJ9yKZzoeisuyxWtt8j1vJz1ifQ59Ppuz1QdTzgTHLyjAEC15tWCrIyIcieyx7ypLTl9JbYITcMLY9PPpw5qG9JeHhiMfDd72ZqL/Lg847l4VZEAFTSWRjxgGoyIiIqc2tqmHbgewPTCvmehUzYhWlqt3B4ObDSywDTGasAblBD88ursD52G43s0hV4SUZGqcQ31O/3Q1UcnfcVZVPwAIAgCACiuIXuaSMUj+QH87PojMxela653V+2xlGmq8b5jbX23Lz952L2+Fpf3Du9qS0h87dy5880331wZ+N13feOxuPG+Y7XffT/yMLGarPbkyMje2O/+FgBGRkbWtRygtnadFxDR6pgAI6Ki17BbME4rkqxcuqk+Hi7q8gWunFMkJHUGi9ZbbK8souwXAOir3m70nZ+A4+os8NL/GD7oW7z0hfTACxU073xQlbK+wxe40q+MyeHSN7Vxu3b/bqEh9aPw0NR95fajgBQuMhPVTW0vHzXn6j9CcPLu/FdTylNvuG2axtioP9leIaZYWeaRROUmTY9WAMCWahGQAxOuyoY0k8Cmbi6MAYB2f26+mwUn7ihPgdcb9Se7qnB39kEu3oSIiCirzJWntv/SMx2CrPScU2KHje2VBx4tDMgbiiyciuM3KsK/kmc8H15VHIOzHmy9zBwYUSpz4T6HKSZ9Ka7HbgDQCeGvKCFtpMfl9APQMf9VwuZ634tlv3Z2hf//yZMnT2K9C8eP1e5akZZazb3Dy9mvnZdH/rBqJ8VrAObu9b7XFl7EeF/b4b1L1+ICamrieiM68Y8AWlszXgsR5QYTYERU/PTC8fZA93BIml7onl5YPi5qT8V3BnMpkU+z0wv74sOWqQ/Ehu7k2Y6ure/Ks7e8QUc4AXbIFd4VpILGcmRrZ4o1LU8yiwhJ00rPdKDpffFo0hNzX+DKuYWEdi5yaOy6PLa98uuD2iz/QeCbP/axTwKA2NCgoDQh/X5C8875xD9I5pFEm9QP8yEgVX7Lp9yeBgBju5C+ROwFicK7e6s66zQAiuM5IBER0ZoaDoq9dcrgiDIW2fWlPdAmWM2wP9p4ZOGJdYa/7wx+OBiUBucn93ASGFEqgnmbyTnqhnt0CM0WS3jYl+JxOEbdfgC6eku03is6Eyw+UlFcLofTDQCmbV8x/1Wy5u7ejiSrdl5+8rD7r70/Aaipqanpvta6Z+/h99r6xoHxvrZdyDAHNtd7LjqyK+1ssCQ1rd0Pl34TnSjWd673JP7mpY38YYgoX5gAI6JSILaIvVVxn2ChbmoXOlsSRnzJ878UZG0Z0nSe3do4M3/xPy0fWaUcKtrLEaL2lK0y2rbl557h0Nh1uTohjRfLfqkPvP+y1ayORWJ64cSvt2S3GG7xUjinVS2c/qBqh14DQPbN3/7C98Ab/PJjz6s3Yp/YM48kKmsh7zyQ/FUe6Y6YztQ3igTkrvwLgKazy7B2FBERUdERzcJRs3A04Vgg/IP1tSr1xiILL9IyHcEffdjBjWJEqRgs1nrF7vT73aN2d8IZnak5vt2hYO5oVoZG3SkiTc1Wi+FQXpZLObCc/+o6s6LPYU3rtYdP3gj3Rxzva9v1Rga9EONecCTzojEArddGuvra+gCM3777l3/zt+u4lIjyjgkwIioRqT7BJga0iF+35G89qVawZ+vQHgDA/4ZnKc5rxDrDZXh/AnDDfGeVF4r2chSF3tOxEjd1Q4vYC7l7ODTwTcAaLe2S7yuR7NdyVkzd0CKe+knqmV4xOO1FzSgPABWE02eX01eivur4B/B87JOgfHW3ake4bUvmkURlSq/dJSqSjLGZwFFzYi2m6/lYmosAAIGJnJd/ERERlZHV2g5vNJKIio9g7rAaPC7HY7ffHz6i05m2WcwGIXksmMHSYTW6XI+lxMhI4RiVqiffR9NVe1Nnq2q6Hz5BJAd2rPbwb9aq6VrzBdNr3duFvj4A49+v80oiyjcmwIiIik6kOqSpLTl3JbYITcMLY9PPpw5qGwAgNPUoBMDY/nJSa8fo4LTAlE/IWtfHyT8qANAoJBdvRYecSfI/AZp1RRKVLbW1TTtwPYDphX3PQqdsQrSUU7k9HFjlsmhWO4flX0RERCUoZL8gD8gwtotJHQ7kPwUkAKI2Ois388j8ku/OfjgYVFXrPz+7YgDws+BTQAXNqyz/IlqNIBgsHQZLJpEGs8VgziSSykpN98OR78P9CTMsA8umud7DF2MJscPYD+Dw4cNpgt/Yu/c3qK2tranJ5xKJNiEmwIiIis1qW1O3VIuAHJhwVTaYAV/goQxAveuvVjwo1wuffpbt7W07usxDXVmOJCpj5spT23/pmQ5BVnrOKbHDxvbKA48WBlJ3QYxktbH9JZZ/ERERxVGLrwDyig4HPuXScAiA8a1Yd/TMI/Mr0ufQ67s9U3W8Lv5McPCOAgDVmlcLsjIiojLSeu3J5e8iZWDv9e5ZJQVW+8ZOYBzAd3+eQ+u60lD37kSGh+18I+7ok+/7+qJDxXBYux9A3IFky2d2dl0+c7J7fSsgokz9qtALICKi9fthPgQA8yEJALaknCOWT8EfV51otKFIojLQcFDsfV9oij1mE7UH3hc/bdmS9oJIVhtNddq0MURERJtSw27BCEBWLt0MRG4ofYEr5xQJgCgcjyv2yjwyv/RVbzdiCXBcnb00E4wc9C1e+mT2lhcqaN75YEVlGBERRdW+sTP8i74791YNrOl+OBLekTt+rPbwvbm0cb95E5Gw93rTRqUw13sumrx68zfruC6d8b5jbbW71rUEIsoYK8CIiIpUyDsPJGe2It0Rw+T5XwBAVIuA7FIGRwJjcih8pKnt5U6zOl+foH2L33qhAiy/rchaJFGZSDW/MBD+Qn6tasUDuEhWW9tozsfaiIiISoleON4e6B4OSdML3dMLy8dF7SlbYufwzCPzbEfX1nfl2VveoOPqrCPuuAoay5GtnYXe1EZEVMxq9uzfeWx8HEDfnXvXWlcd27VcBtbXVouRJ3tTR528vLPv2DiA8WO1uzDyhwyqsObu9b7XdiwyPGzn5ZOt/wE/Rc/VnhwZWX6nvwWAkZGRtC/15zt3bn/XNx55rYzGlhHR+jEBRkRUbPTaXaIiyRibCRw1J1aBuJ6Pxf1O/ikEAK+ocV/uHg7FnQiNXZfHRKH3dD4+4QcHv/A9BVTV+v1164xcWlrK/fqIik36NqdTMwGA/Q+JiIhSE1vE3iplcEQZi+wJUze1C50tKVoaZh6ZZ5rOs1sbZ+Yv3lGeeqECAI2xUX+yvaLgLR2IiIpdXAasbRcu48zfrhbc/XDk+11tfeEcWJo+hDXdf7h8uzaczho/1lZ7DNjZ1fXmG3v3rijs+vOdO99/t5yuAoCdl//QXYP/4F1+uZrW5YFeTvwjgNZVEnWtra3duBaXUetrO7yXKTCibGMCjDYDX+BKvxKpjIHauF27f7eQeu6xL2D/Rnk4Hd6AD6Oo3W8TGvT5aJGxeOmQ5Eg5DzmyssXBYd+3E8HIyqqFtz8w7OBnpHKltrZpB64HML2w71nolC38zzU0dV+5PRxIET690A0YtwvRf9ihqfs/9wyHICvdN9VfH8xxI7XJPk+GPVsyjyQqByH7BXlAhrFd/DSx1ZL8p4AEQNSu+EkUkp8BgPHX6XskEhERbW6pSqtfNDLLxD1bh/ascl4j1hku1xnyth4ionIRl68a7zv2l6smwAC0Xns4gnAObJWXfPjkN4ffWw4a7+sbR/rBXVE7u0b+cC0rU7tqWrsfPsGu8B+r71zvydb0U8uIaAM4A4zKnXxf3nduIZr9AhCSppWec/IV14pQ18KJcwsD0ewXAEkO9JyTT9wPrQjNtsk+6UH6s/KMp+Nj6cto9guA5FUufOy6NJPzhVGhmCtPbVcDgKz0nJP2fSTt+0juGQ6gvfJAytTR9spPD8bSuuqGFrG3XQ0A04rdl8t1yndnz08EVYCx07B6z5bMI4nKhFp8BQCkR4GEwXc+5dJwCIDxrZWb0H9J2xqRiIiIiIhos6vpfvhkpGtnxvGt19aOr2m99nDpycjlDF92Z9flkSdLD7OT/YouYc/+yJuPf/8key9LRAArwKjcuRYifeFE7SlbZXxxzNh1ufqMaF1+Dh+4cj2yJX858qbcMw1p+Gf7X8VHZttk3+z5iXD7i1RmPB9eVVQAqvWnP6jaoQd8i4NfSLe8cFydfe08O8WXq4aDYm9dXNsWUXugTbCaYX+0MlZ9YHdymZfYIjQNL4wh9PBPIWuOqhgn+2I5ra2X92iyEklURhp2C8ZpRZKVSzfVxw9qRQC+wJVzigRAFI63rPjCTN8aMSd8yonwYkL/5UPgX+CXr/9n6f9MXFRy+Vq+66R9i5e+8D3wBpc7RHVVsH6UiIiIiGjzqmm99nDp5Ny9u3+9nvh7h987l9C/cEVU97XW7mvA3NzckydPwi0PoyfDLRFra2tranJUnLXc3fG7P88hm7k1ImICjMpZyD4SAICESUjqhhaxF3L3cGjgm4A11h0uMlpJe+p0ZUMs8qB44Jk8ICdGZlVw8JPZW9702S8EB+8oABDfHVFf0XnW+MMhyYHgt4+CnUwnrItKlf6/9oYiczjFKlXblkB8gYj4azUQArakGhmwpVoE5JXHsyMYS9yuldPKPJKo3OiF4+2B7uGQNL3QPb2wfFzUnrKlms83H04spfyKLgKuhRPhnSJRkhzoORdY2eMxS2Y8HVcVFWI/IoPShPT7CeH0DcOOHLwbERERERGVipqa1m54f8o8vvXaw9Zrmb1yTU1NzerDu3Kg5jdvAuOIlIAxAUaURWyBSOUs0kuqqS35OaPYIjQBmH4+FT0yNRMAgO0vNSQEqhveUgPAs1D28wjyjOfYodkvvVBBY2nUpE6i+Ba/TT0zqWJ/p2YJkKYWc5bhKDsqlSrz7FexSiwQEasKMygoOPhJJKdlObJG9ivjSKKyJLaIve8LTcvfwNVN7ZW9pytTz6HMM73w6WfGrz8zfv13/1wEgC37/s749WfGrz8TI61WE8rU4uqkz0TCTm0HAGn45xy0WvXNH7uqqABjo/HzG+Y7N8yfH9EbAUC58Mk8f/ARERERERER0dpYAUZlbLVeUuHimMCEq7LBnO91hQUn7ihPgdcb9Se7qnB39kGqIPmR8hRQVQuNK56VrjVamdLIYsFW7tJpIfsFeUBe0XwMkP8UeQAdeXpepTYCElL+S87VMKFY2aLGcmTr8bqsRBKVsVSlnGmYK7/+rDLX60kh8QeKfP/nARmA+kB8mVqe66Qnh31PAVX1cs9Dsa7q8nkc+9gneX23Z6r4LYWIiIiIiFaam7v35AmQ7ZaF4daIuWyDSES5wQow2tx+mA+Ff9FQpwUSasIAAKGpRyEAeEWdg5kjovDuka2Xu6pWeekf5SAAiBqOPNlc1OIrACA9CiTUOfiUS8MhAMa3tNF2mML+7QAwNqIkVUTI95Xw0+rG7KZ4J/siOa13zq+R08o8koiKSGAw/H2m/eX44Zd5rpNeHA9Xju5N/BGpr3q7EUuA44+LWX07otxbWlrKYc9kIiIios1gLizNyXu9h3epVKra2raw2tpalUq1a9fhe2muSLo8ai75RORla5df83BvJi+5HnN//i78i51v1Gb5pYk2OybAqPyFvPMrD0aKY5aZhQMigEDPhYWpSCun0NTN6C743dkfAKbp7DJ01q3eES74owwARvEvgODkXc+xT1wdh1x7D7mOfeKZ9AWzviYqGg27BSMAWbl0M5oD8wWunFMkJDUlW47sjv+ne1/ujjzCFhKfVr8g3/xX0X6Gnat3cMs8koiKyNTNhXDufH9OxnplyBf0AICwc0XufMdvBQCQg+yCSEREASmWDgAAIABJREFURES0qdw7XBt2+F7yqbl7h3fVth3rG1951fh4X1utatfKaxIuVqmiabO2tlqValc0wXXv8P/P3t0HtXWn+YL/ampwq1t9lzP0ZVD6hEimRMi4Pa3gdmMK7kVZascTRA0viy9bLldi461AdRIb6Aquda5ns66i7Cmce4GQdAZ51zhJeXOLDctLXSDrvc1a9EULbgxRr8d1CZR8ZHLawtzRPewdZTTR3GX/OEfvLxzBkRDwfP4C6ZE4vOkc/Z7f8zzlheaop7VZ2gqDMUpYGR+UvsjRF6nAjBBlUQtEso9pNeWswPGYXvRcNIZnsKRWTqGy6i+z7O1nXfOerk5P8GZWc6lp14a1/MOTVagA3Y/hbyUHsecetypcf1fQN9BQpX1Ly7TXeFrHfNz8euv8evB2VnOpKXymnZZ5/w3fOzc9HB/+pwvoj+e+r+wSttSUDLD22a0xI/K1H13NY5OJJIRkDpcwOA/Eyp2XFGsw78H8t/fPaULuSlGd9FPvY//5LrZV7zcAvYAQQgghhBBCMNlSaLYEPisraz56VPzw4UOLTcwr2SxmFSY2+6siH7vSW17YFpU3s7UVtry42Y+WYPKrrLn5aPhTijFRz7it7+CG/xia6xR5QkJIECXAyH6WVW/W3Lnpwfz6qae+S01MiRaA7/5dYXDMEx3N2z2zT31Rt343u+Yr0e7iRnjA2rcEqF9p0DZWZ7MAXBtDH3OfroIbWur+sZGay+1T7Em2N08YmhCmpUKHrIoapuGkJsaSrzH3/SvM/S+fDc77OACAntWUm5l6o9LTv76RW3MhP5IQkjnufylwQOzyLyNzhvXc4T1d1+HfF5KyOmn+914AyFc/H33fc+rDAAfvNy6coOpSQgghcuxkcO9OHkuNTwkhJB0mWwLZr7LmiU/6q0IrqPpXJnvPmsXsksXcUheRsFrpPdsWzHD1XKl7EV+PdLZZbIDF3IIy8YnLepZnWg3BpwzkzCzmlrpNHN3Z8a9MtpwNfAeU/yJEeZQAI/ubMffS8e+65n3gha5OIXCzvib3zIP1O6FL9Pb11pseAPrjue3nxByD7/7dZ11jvumb/JMaVuFKmmSZLoRMUdJmN1wtwntLn67COrLWWExlNPsVa2QuGpmLckK1WSXn2JJzqT0edcNVY4PCkYSQjOGZjVP+BSAz66QJIYSQhHaSviKEELInTI4EkkcTM9H1WIaq1pllSBkrS2dvR1UwlRVSeBXMcVVVVVUfKS9ss8EiVn81T4RkvwDA0Doz8Ugl5qwsI5MvHQ1MXl9ZmVxe9n+Sh0MAJifj9F78+uuRR4+C9WTSd6BMQRkhJBQlwMh+V3KO7S0OKaNhNWfMTL0Rww9Co3zDEx4AOJ77/rnANvaskpNsL/jWMR839mz4p2z9ri3w5WsbI8u81A11zKd9AlaFWVcezVgihBCyM/xdIfH0r8ytkyaEEEISSX8lFiXeCCEkbb5+KH0Qv3jK0Hqluc1sAWAbHF9pDaSzVoKPvRKa4wrGA2U9HTGetqqjp8zSZgPw8GsgkABbvmEO9mJ8oPl3AMxms8xvpKxnmdJfhKQCJcDIARCrjMazygPAC3lZAODyzMRp4sSeZCrG1qfhW10D0p5m+t4L+dhchYpVx6jxktpAEUIIITvmn+Z1/Aexyr8yvk6aEEIIIZnA5flgQJjmxR0zWfrjmsZXmdiV4vIjlbbRfZ6zRg0k5seX3hzyJsxcql+7VkR7TwnJOI/kDM+qqmuGxQLA9mgZ8Oe6luM+NhCPoy8aEIPhxaOADYDt0Q6OXVLW3HOlo7Uq5hcihOwYJcDIweTyPQGArPy8LUMP5bMAjydrPiDdq3vq51lgNc1flBBCyIEjbQRBRXHMaV4ZXidNCCGEkN3H3+Vbx0KLxX3cvNA176l4g71o3Gak8uYs3D2ASvQIIalQ2DExURf47F8AwMTERIL4wkKDgfJehKQYJcDIfuYbvs7f4aGP2pnO/87DAWA1MraYfRdWK5Zmz7NqwItZYa45+0TEfU+9jwEV1M/TiiMhhKRN5jc12tYR/mSg4ZVXgHs9Lze1Rt+r/R//vKHph3AuXz6saoq473T5W9e08P2r/0b13/6NzC+2VSsq9sdqwBv7Pjr3EUIIIRnJvi7ltILzQYPF4vlXQjbKyI9U3Jxl6dps7OwXW100Wh3rDtda27suDtA36Kj8i5BM5K/Vevj1CuIWUQWbHYYqPFImlnFFPTYYH+dpAwFlR0JuNRiqgvmsBfwaQFUVtTUkZJf9wW4fACEplMU+BwDcAw8ferNL6B7zAdD/TCP1PNBqylkAvjtfeiKfw/7tNCCvViwF2GrtKwAgfD4esRToHRoRAKCUiUyMEUIISQWVSpX52a9tOnz4FQBw3n2c9EOX/vMGAPzwj44pdzjPqQ8DWPV+Ey8gX/28cl+NkMzh8nxwnT/1Nnfqbe7U2/w7t4X7rh1HKm2j+7y97r01Ps7d/OJa93tLteftdeftdeeX2iwbfLqOjBCym/zF4izTeznXv800q+Qk21uTFf5GW36kwrxD79mvzSZuchjrUR+7HgPI13ZUq1NyXISQ5D38emUl8ElVXTMAcbxX3EcEmh2WHSkM3mp48aj4ga3txmRo+OSNNik+ztOujA9KAUdfTO7YCSFpRwkwsq+VvMroAfBC921/Dszl+aBT4ACwTHuwLCyr3qwBgPn1kBUE3/276+/cFJs+MbvV2Sm7sUG9CXBDS22WDf/3sDH03tKnq1BB/VpN9u4c194nOK2jowOS0VGrUxBkPcw+OjAwMGB1pvr4CCGZaXM/+u5flQGA/sInse9fbD8KAIb/aTH6vun/PhsAzB8+kPGFZP6QtWodAAi2xch75n4rAEDM0ZiE7G38Xf5U57p/HA6khmCd/Af27UcqT2wdFv/epTf7XNbVwPqyl5vl3np3aYhyYITse1LflAozE3GKZk8yFQDmv72fdKRy+EVn2/mlz1ahgtpUqpZ7QQJgcU163/2LPLr2ICRz2NoKCwN7EycLO3qaxVvP9sZOgU22mC3iR2WN1aHVXP7kGWAxl7dMrqysrKysTLaUi+FlZWWxn3al92ybnMljhJCMQC0Qyf6mZdprPK1jPm5+vXV+PXg7q7nUFH7BbcztrfmudUxsPh6eCWGZ3nMxZ6KkBVtd9C6/dG3Wy81yb80Gb1dBbbpAM3i3R3Bah6ccITe43Y6pYUfOsfpaI5PwgXbrgjvFB0cIIem2VbNfraacFTjed+dLT33ECTE1ddLZZaW4NwvryFpjcch6k2vt81moANPPafMH2W/2euswAFh0iqUV+lJ9R3M2C8C10f0uZ4X3s4/XSq/ugbVjl+eDAcGfWczSH9c0vsrE7pcuP1IR/KLzxojweBUqAPlqU52u8Y/ihLo2usUPztvroNaXaqXfBSEplmjGtjhU2zNrzy0xJhOpHO/siPAYOFyq7WjOw/jSPbkP3OjuE1QASrX0vpuQzGUuDNR02doKW17c7A9JSa2s9N4422bxl3M1X2kN72ZY1T/RbBHTXTaLudAScldZzyef4GyhzQZbW6FqsLnnSt2LAL4e6Qw+X1lPRxWmV1PwXRFClEMVYGS/Y0+yvW8wFcE3flkVNbkhzRbCI6/kVrDB5T89qznzBvvF5ci9ael2ornoV9f0pvzAVjW1vlR7+VpRe/GuHtaeJditUw4AOQWV9U1NTU1NTfWVx3IAuBeGE1Z2UfqLELIvJVqKEqW9TvpEjfYwgFXXW/7qZ35RmsCBfG0jnf7IPrMvWodJBZql+p5AxkWb3X5Nqwew6hqMKujMMBlbgeeds9jf7BO4VX/qcdVr7Vt6K2bsorP2Xc4a8lhulnvrvHMuJQdGSLKerPm2DkoyUjaWef1CUU9zcpl4ftx1DwC1XSEkY1T1b25ubi4vL09M9DQ3l5XJeMjyjdBs1XJ/dLlWVf/yRHP0U5X1fNJqMLR+0iPdZbO0mc1ms9kcfD40T8y0xhs6RgjJHFQBRg4A1shcNDIX5URqNRcva+REKizuxN1AgDa7/Wp2e7qOZ19z2hfcAHKOmUw6qdyL0RlrK4WBKQccnNOk08V8HKW/CCH71JqPA4BDbIIkVrrrpLV5HRe8b/YJqvDqZ4C5vBfqSAhJTsKGYGPr0/Pf3j+nKUkuUjn8ovNGn8CJ7QdKcS92GmzDFrNAU5v9z/Ndj1fh/L0XxZk7PidjK/D4cee1WbHxg669WA2AX1y70efiokNda219ggrQAxyAW8aPpEjh+nvqj+iVk6SHb3UNiPwvkF64thupAHVDc+x3eAltDA55qfyLkAxkMBgMhtaqqlb8yervASwvTyyPj4wMPnxos9niPaiseeKT/qrY2SpDVf/Mcsfk+I2RwYcPgaNHG+s6WqVYQ+vMMlpCasgCz9fzST9lvwjZG6gCjBBysDg5BwAUvBzR7DCbyQEAId4oMDFvVlBQkOLjSwHVVmSGRcQTQg6WdNdJs8W60cjqZ/1Ht3QnUvHFCNlVWzYEg2fWnmSkcqTWYfpS7Ue3ihr3ZRYlcyvwpPV3fYOU/QLAFuf1XGCiJxjNjbkeA8jXdvhvYYvzevZMBR7Z87SachYAphej/gukbsnJR+6yReEeQOVfhOwBBkNVVWt//8zMzObm5mZEjVdhXc/ExPLm5ky87FfwScTnmJnp728NizW09s9sSlVnzc3NPRMTy8ubM5T9ImTvoAowQsjBojM1NZmSfpTTOuUACipNes7h2Do8U1CyihAigzH3iw9z5QSmvU6aqp8JkTxZ8wFxpvRtN1I2lnm9Lq9BLD+KG+Qf3ffbjfbikMVi18ZvVqECdD/O3PKvzK3AWxTuASowp6vDf3rPqQ978Y8AXIEKGn8FXl0e2+cKRmrzTpe6rkX/XghRXFa9WXPnpgfz66ee+i41Mf76SGFwzLPdyN3kHRoR27pS+Rche5uhSplElcFQZWitim6gSAjZAygBRgghAAQn5wYAhmGi7xTTXznHjDpscGk+MAVsbkZvE94myqgRQgghKbLHW4edqNEennVxs1wb9B3iGDDXRvfHrseAKrNH921ZV8d7Zu25JcZkIpVRrBu9Ja9vm8vrBACmLOrnfOLnDGYF8F4e2fuyfm+HBKfV+pXDLbY5z8kpeNlk1MV6N5BM5IFlzL10/LuueR94oasz2FRDX5N75sH6HX5bkbvGn7yPbOtKCCGEkD2HEmCEkANPcNqtUwtuAAWVpuhlBn/6y2RkgI30H95B5/J8MCD4R81n6Y9rGl9lSmJvxPTdv/1scF6cZgQ9q2lsyo0TqQR+0XljRHgsDqXPV5vqdI3F6thLS66N7o9d91bFoSlqfalWWhkkhBBCxIZgAsdjetFz0Rg+US9G6zB5kbtAm9dzTd39MXcvfHTf4VL93j/r7WoFXhT+gfD4J8hHSBb0qfcxkGiX0qr3G2CP/xYUJzitw1OhrR3cbsfUsCPnWH1tRKt0+ZEHXMk5trdYGJoQpsUkFqs5Y2bqjRh+sP3I3cE/EB4DqlhJZULIHjXZUt75EACOXpnpp0ouQg4USoARQg4wp3Ug8GY251hlrXGL9BdJM/4uL42al/i4eaFr3lPxBnsxcnu154O310PX/jje09XpqXhDHxWpAO+cZenaLFSBxaZVr7VvyZqvjTFkftFZ2ycEI+HlZrm3ZpnLNMqIEEKIaJ+0DvPOPRCcq5FpGI4XvnFls5nfQyxDK/AieOfGndeGvKqfhN3K/94LAPnq56Mf8Zz6MMDB+40LJzL/t5BGgt065QCQU1BpMukYBPbEuReGrUxTyKY4+ZEEYI3MRSMT3i3ZI/53vJCXtb3IXfAN7wWAUoYu1wnZR2w2GwAc3e3jIISk2x/s9gEQQsiuysnJyckBAPfC1KjVLoTfS+mv3WRfl7JfrObSFf0XH+q/+JC9VJMF+KZv8sOu0FDf8PX16dDIK7lnxPHakZFK4Med12ahgtp0oWjklnHklvGjC9KQ+bcs4UWCrrW2PkEF6Ev1H4VGQrj+3lpGNHghhBCSAYy5l45nAQAvdHVyp97mTr3Nd415UCOdzrYTmWZzlqVrQwIXcnIcuaZ/LR+bq8L1d5eGFD8ZK0erKRevGRajkogxKvDkRabARvd5e935petDXhXUr6X4ix0ATvuCG0DOMSmnBYDRGWsrCwDAwTm3E0liS9Q7dLuRKeYfqkf9DwkhhJB9gBJghJADTGdqqq2tra1taqqvLADcjoXh0ZAcmGD/itJf27CyMjk5OTk5ubKjZ/ENT3gAgGV6Lwc6GWaVnGR7a7IA350vQ9ae7MIdHkDWmUDPQ62m/jJ7hkVkpBI2Boe8KkDfoGsvlobSs8V5PReYTQCzwlxI6NyY6zGA/GDPQ7Y4r+ealC0bXFT2wAghhOxdJefY3jeYikASi9WceYN9/+ShnUSmkWvtc3G9+EJR4OQIbXbD1aLX87EJ72cfZ/C2j6x6swYA5tdPXRfuS6k63/276+/cjFGBJy8yJdT6fLUeALyfpeGr7W9OzgEABS9HXOVnMzkAIAhC8pEHnG/4Onfqbe6du76IO/jfeTgArMZ/PS8/crdIQ/XULzy3u8dBCCGEECVQC0RCCAHA6Ez1x4ThBbd7we40mnQABLt1wR3j7S7ZyvINs9kCACjrWZ5pNWzvWaRWQhVmJmJHO3uSqRhbn57/9v45TQkA4L64Efs4Ux/2bjnQJyoYqYRF4R6gAnO6Wh12e4wWQ/7do3XhfRG1eadLXddmYf3tRnsxbSwlyRGcVutXDrcbAJCTU/CyyahjYr1ICU67/SvOH5kwlBCSGfZw6zBpXk6+tjFyXo66oY75tE/I8BlUxtxLx7/rmveBF7o6g/kMfU3umQfrd/htRSotu/2WdM3ALzrfFD8a9yLiaoTIpDM1NZkUjjzgstjnAB7cAw9/MuTq3SV0j/kA6H+mYZOO3C3SUD3189Q1lBBCCNkHqAKMEEJEjE4fspHTn/6qpL7+O2BrKyxv2V4lWKIWKIfyWQCeWbv4qY9/CgAVxZrIQOMPKgDgO17JxkvFutFbxhE5E7yk3aMxpmef+DkDALw3c7fDk0wkOK0Dw1OBnBbgdjumhsMKV6VA++jA8NRCSGTcUEJIRtuDrcOiPKc+DADebzK4C+LeqsBji3W/Ej8aWptLHEqSJDg5NwAwW+4XkR95YJS8yugB8EL3bY90hevyfNApcABYpv1k1jYid0eioXqEkP1lskW1cy27/V0QQrZAFWCEBKlUqq2D0vg8m5ubijwP2Qb/m1rH1IAjxt2OqQEHbv3V6Wv/w+dpPrA9x2YxF1rKeiY+aa3aZilYXE/WfECWjLHzMYfVK03a/B66V1TaPRpfZm+HJ5lGsFunHAByCiqlMSSC026dWnC7F4atTFMwWe+0DovjSgoq/TVfgmC3WxccUaGEkIzgG77O3+Ghr2HfD1/5jdU6TGZk5tgztRR7qQLPf/Eg1Z2zP1YD3tihe+bnv+ukkyq23gAnP/Jg0TLtNZ7WMR83v946vx68ndVcagrv6CA/cld8w3sBgFXv/qEQQgghZOcoAUYIoFzKimQ8g310YMGNnGP1tVGdDTeE4EZOKpJQQllzMywWG2BrMxcONvdc6Ug6CxYzdxWe8dqyVowPpMpSxTs37rw25FUBpgvByrBEu0dj9EskJDGnXcxqHZOyXwAYnbG2UhiYcsDBOU06aQ3OP62ksja4KscwRpMJwvCCG46v7EYddXYlJKPs/dZh7M+Yw0MubtU1uJjXHl73PPdbAQDy1d/zfHBdmOZ9AFAPQLjvYsLSdS7hnU7xI+7U27G/TnTmTwH8ovPGiPB4FSoA+WpTna6xWFr4Dr/G8M6Nr31+3x8Jtb5U21GTzWqjI9NOvK5IsLGGalkScVoHpvw73nKOVdYa4ya15EceTOxJtjdPGJoQpqVr9ayKGqbhZIzXJfmRhBCSQlX9yxM4a7bYdvtACCGpRAkwQoIyp+KKEnIps6LT5yy4QyZ9BQj2rxwAkMNkA2CMtU3GGI+X3vYWVDaZdCrV+XQc8h52tK6/v+NIy9k2iw2wWdrMlsGy5iuf9MvJgmk15azA8Zhe9Fw0hvc2tH87naIDTt5G93nOCgBQQf3ahaKGqG6HhCjDn9aKnEqYzeQAbgiCADEv5g/URy7KMcaXCxamHHALG0AyCTDFT0nKPmHmnLsJ2b6SVxn9vMDxQvftrPZzGhYJW4fJi0yvwHjLviU0aBurs1kAro2hMdens1ABhf/srf95PfwhQlenp+IN9mKs66208c5Zlq7NQhWo2F71WvuWrPnaj67msaF1da61tnddHIBgbbeXm+XemlW/dq2oQZuSCjx+fOnNIa9KOpiY/HVdWrUO4CDYFiNbNEsJSKpl2UJOTg7gdrvhXpgaFY6ZTHF3isiPPJhi1UfuNFJhbHXRaHWigBPNxtHmdB2NLPdvc13zWWeusPWxX2F8928/G5z3cQAAPatpbMqN81okP1JhG93nOWuiV7MQ0ustc1lOz3lCdspQ1T+zfKS8sM0GbHeK+Z+s/l75AyOEKIcSYISQg8W/BOyYGoW/jRgEp9U65ZCKK/bnu1jBabV+5R8IlJNT8LK/M1oiTuvAlCNmtZx8htb+meq6FmlTlU3siFjWfOWTjipDwgvLrHqz5s5ND+bXTz31XWoSN4n77t8VBsc82z6aVFDr84FVLwfvZ31LTxp07TSOnqSCztTUZFI0UAbajUFIuuyD1mEnmote55c+XfVahzjrUPB2FZD35/1/XwiIB5lbonX/8NcAsgDf9E0+P7Ckq2Xe/1A49TYA/Rcfhj611PhR+QwfP+68NgsVNp9vtOClZyzT+/rjP7zR5+JWXW9Z1H/dGKir+2H3LzkOQP7/V/IXN3//T5+xTO/r3j8c/Nh1b9X72btOzb/u+7cpqMCLX1fnlX7Awbqu7LJS3JuFdWStMTTQtfb5LFSA6efZCh7YvqMzNUmbRgSndXjK4VgYFhDz+ld+JCGKsa93zSe42/PB2+uhuwM53tPV6al4Qx+1vUB+pNLmLNy9xJ3hg7xDH7u2aCNPiNIMrTPLKC9ss8HWVtjy4mZ/1W4fESFEUX+w2wdACCFppjPVH8sB4HZMDQ+IhqXsV0HlvnwDKzitA8NT/uwXALfbMTU8PGpP3OjRaZ2KNf9sGwxV/TPLEz3NZdLnNpvFXFioKi9v6Z1cif8wY+6l41kAwAtdndypt7lTb/NdYx7U5J7JmF3M2e23inquFvXcMn50gdmE1zq01DYeZwgHISngn1fIbJnQBgRhe81dNzPVtr4bQjIVe5LtfYOpCJ7gsipqcnsvx9ibLz8yzdQNV4t+dYHR58P/76nWl2ovX3XoTzwDwDLhB8n21mQBvjtfbrGvhb/77A4PIOuM0hm+jcEhrwrQN7x0pfQHAHih+/988R97LjCbAGbn/2Wgru6hcA8AmMtXi88b/JH/5B/bf6E9DADC//Jvv0UqKvC0eadLsQlY+5a6F/1XF66N7veWPhU//kWwluJEjfYwgFXXW/5b+EV/1Vq+tpEq1OVhAu8TFuxOhSIJ2Qn7+js3E7xI+oavr08DYDWXrui/+FD/xRXpjdL0TX7Ytb1IpQUKbeXgx52frlL2i+wCQ+vMhFj6aTG3TO7ywRBCFEYVYISQg4cx1tbrnPZgRZTskqi9yGAXE1k5Bf6KN2lyt3th2Mo0xRnd7bSOKpX+kg6jqrW/qrVjsuVsp8Umdti22Sw2s6UNKCtrbrxSV10YVRNWco7tLQ4ZD8BqzpiZeiOGHyh5aMpgi3W/avC+OeTlhtbmqqlfB0kD6V8ZQEFlnP/k8HAxVxbdHJEQooiVyd4bI4MPHwI4erTxSF31FoMvJ1tUZgsANE+IW433QeswNVus6ykOf5HxrH62DqDCHJm+Yk8yFWPr0/Pf3j+nKYn7lJ4hsQyr5o/j9P7atkXhHqACc7parUVIXd1/+a8P4Z/5oPL9Rxh0l5oYdu63dgAoZU4ACK3AA/7+T/9y8/+Bbz2P1ZxLRQVesK6ub8kacru0Ohz6E9HmdVzwvtknSHedt/szYcxlOT3HiB8j9ksP6S2880hCtoW/y7eO+RJF2AX//gD/9gKtpv7yIVzn7/C+O1966s9pko5UlHfovaUkElqutRtDXsp+kQRWViaXl0NvOGoEMDkpJ2P19cMtAqr6J5otZgtg6eztqEq+ESIhJGNRAowQciAxjM5Uq0u+TZiSzcWipKSgwfQXC1JvR5P/rTmjM9ZWCgNTDjg4p0kXtRYu2EeHF9yRtyrCUNU/U9W/Mtl7o7MtOGg2kAkDgLKyMhw9evRIR3+rAbHX+DyrPAC8kJcFANqsFwAu9tf7Liwy1aRWRfB+48IJLdgfq4E41WBPvY8BVWB0ByHJkaYRAgByjlXWGmWkv+xW6bVARjAhJEkrvdLAS4nNZoOlra2suedKxxZpsH3P5XsCAFn5edH3HcpnAd4za88tidOA6/5tsWGXplH58WbFutFbgRdE9iTbmxey5wb4/p/k9F7OZQFowwYCRUcC33vtcm6B0scnUjdcLSpdXLsxIjyWFpHV+lJtB3A9KpQt1o1eY7rf5fypMrW+VNvRnE3ZL0L2HJfng4F18UVGf1yDeQ8XK+r+ogcAjjPh+wMCneSD2wvkRyqGX3Te6BM4QAW1qRT3ZrfObM2NuR4Dr5Qy92YFSoORmJZvmMXNQ5KXnvAAzGazMk9f1dFTZmmzwdZ2Y7KV+iASsn9QAowQQvYz07E/BYCClyN6O2YzOUD0ltXgNDTkFBTA4UhJHkysButfWZkcD0uEARAXDW02W3NdP+KsGEYupYnLZ77VtfCd0EExF93S4Dn1YYBb9X4DxF57Co7uICRZOTk5gNvthnthalQ4Zko8vtBp9ae/9umYQ7Ill2f4S2EmbO49U6KNlVFweT4YEKZ5cct5lv64pvFVJj299TYrSNyTAAAgAElEQVS6z3PWfO1HcapV+EVnMAeQrzbV6RqL1Rmxsr/S65+cHslmaTNbBrc1Tv1AebLmA2L+NQqD8wCgr2EUXpmNRdpzw//N0pvwqvDjyoJ4f1+B3TneIWHpUwB/+KNUHlisujouTqw2ux2wArhlHEnlMe110m6vmJNuN4TQ3sLyIwlRDv87YZoHWM2Zptx6CO/EngHm458CQEVxVPGW8QcV8EzjO94lvj+SH6kY7+yI8Bg4XKrtaM7D+NK9LR+x6Lw2C1Wpvv3nwr1ZJQ+FEPkMrZ/0PLrxCMDXk6iiDBgh+wUlwAghZD+zdp+/J7+wTHB+5XADOQXHTCYj7KOKNkGMYpASYVhZmVweHxkZfOhvjggA3xu+zt3hoa9h3w/f9M3/zsMBYDX+Bdks9jmAx/Si56Ix/E2d/dtpADjEKvh2jh9fenPIq4q5RBtR16VV6wAOgm1RdyJ89sbcbwUAYDNj6ZbsPTpTk7QSKjitw1MOx8KwgBhLc1KMfVSac0jpr4PKvv7OzbDN4+Lc+xgvsJHdlnzcvNA176l4g70Yp0BHMXMW7l7coffewAQRKUDsCBc/W5ZGK71nA9mvsuaeKx3VhQCwHNjiYWsrLH80MXPQ9xHH3KciFWrHc/9LgQNSU/4Vm3du3HltyKsCTBdkdDN2bfxmFSrA9PPsNBwcUZDUvdC9YHcaw5sIC/avHACQw2QnGUmIkg5V1DANJzUsgLgDurZ4CQ154ZUfqSCWeb0ur6FYDWCLrw4AG919ggrq12qy8XR7Q2vJgVDYMTFRF/L5LwEAExMTST1JYYI7Da39/ds4MEJIRqMEGCGEHED+YUBRW1aZgmMvG43iqLC0HY3BUGVorapqRT8ArKysAADc/x7gwT3w8CdDhmq4hG5xFsjPNIEbS4o1mPdgXhh+VRPS1sM3PCH2+viBktvGpT6Hq67Bxbz2sLSWd2hEAELrurLLSnFvFtaRtcbikCVa19rns7ReRpTB6Ez1x4ThhVhLcwCkeX5i9ituhozsc54Pbkr7Bi5Jkz9892/zXfPgxp4N/5QNvmza16XsV2jk3WddY77pm3z+FVbpCUwhAvmtmPhx57VZqKA2XdC1i0tpi2s3+lzcqusti3qkeVdfS1fGB6X0V1lYpZehtb+quq7lrNliA2wWczkOag5MqylnBS7RPpV4PLNpLP/a6D4vdQ5UQf3ahaKG4i0eAHiHPnY9BlT52satg0mGYYwvFyxMOeCYGoV/Sm5IJ4SQHSPyIwlRDHsyd+spj1s3mPXX18qPVI66oTmJptviJpjDDboGLfBUwcMg+43BED43/JervwdQRbVahJCEKAFGCCEHjOC0W6cW3AAKKiOWyxmjKWUTzmQz+C9pfyjo5wWOF7pvZ7WfE/c/ej7oFDgALNMeuhncyJxhPXd4353OdfZKbokWcHmGB9alUc+vKjvSWZt3utR1bRbWviX4l2Lh2uj+mLu3ChXUr/0imOs6UaM9PCst0X7UnM0GFm0B0HoZUYi0OT2qo6m/PAyg7NfBJuUYNJcu5/qzCFkl59gzTyPm3vs3DbBM7+XAtoOskpNsL/jWsdBIhXmH3lv6dDVu9gvYGBzyqgB9g/8lF2CL83oueGv7BNWsMNecvXWlTsoE81/NV6L6HBqq+meWj4j9EW0Wc/mRg9kLMTBjZv3UU9+lpkBHzfV3bnoSPIy/K6Rs+ldsan0+sOrl4P2sb+lJg669Wp0ges7i/DTqvE/2kMAGEsfUcHjPg5yCyrBzpvxIQsh2iM0P87UdCV91D6T7t7mu+awzcTch+e7ffjYY1uA6N07bavmRCkvU4FrqrRLjUerXrhU10LRsQohSKAFGCCEHhtM6MOV/355zrLLWmMS2vF2gZdprPK1jPm5+vXV+PXg7q7nUxIRfP2fVN+Wudq5Pw9PVGbaaVvFGCkoWTjQXvc4vfSo24Aq5XQW16UL4lbo2r+OC980+QTXLvRXWy565vPttu8j+Jk0tAVBQWW/S0frcgeWfex9RC5tV8rOsO7wPT328NKZQ6o9UYY54gQV7kqkYW5+e//b+OY3ChTj8ovNGn8CJr5+luDcbaxFkUbgHqMCcjlgXE+cswvuNCyd2b4lk+ZE//1UXe/OxoXVmGVIOrK2w5cXNg1gGZsy9dPy7rnkfeKGrUwCAegAe1OSeeSDuVonmu//AByhdxh1fdvstqZSQX3S+2SdYh5acKOqJsxrLjy9dm5XysrRCt2cxxtp6ndNu/crhlobe5uQUvGwy6qJmesmPJIQky9/8kDYTRLGvd8Ue/ybyfPD2emghtdjguuINfVTbavmRSkvY4Brf8N4Uf31CCAFACTBCkic4rcE3P4nf+0SH0hok2WU5OTmA2+2Ge2FqVDhmSkXXlsIjzc3NAHAkUXNtOdiTbG+eMDQhTEurY1nBbvgRtJqLHx4qTde+NnXD1aLSxbUbI8JjqWpBrS/VdtRkR08bY4t1o9eY7o9d91a9wcjmbHqDR5IipbNiVnJtCFEdTQPZr5yCytoYjREJibJ1fyTPrD23RNGFEu/siPAYOFyq7WjOw/jSvZhRxbrRW3v7j9jQOjPxSGW2ADiwZWAl59je4tATOgD2/ZMYfhDnAS7PjJiRLU5J3WEibLHuVw3eN4e83NDaXHWMSWBzlkD2K26GjOwRDKMz1erk9D+QH0nkUaniF/6m90kAbMofmUwUxo+77gWaH5IQ9sR10r7h6+vTCGlb7e+AEtW2Wn6k0hI3uAa83/DY08VeK70tNx4BwBFc+Re7fTCEkEQoAUZIMoLtpCRiK4yYK5KhxTbB0ILKJlqKJLtFZ2qS/vrEP2XHwrAA5RujKTo3ljUyF43M1k3wAbGpV8k5xb50Ymq2WNdTLO+/WZvdfjW7Pfh5kr0sgLi739Pay8I7N772+f2tc37JRBK5pD6HMSZ9CfavxC6HTGAOktMqZb+o8SEJTkmMqN/yl9c8lyU/Ha/4gBCAZV6vy2sQx3ol+VD+gfAYUEH9/F54banqX+55KJWBne2tPogpsNATuvuHvwaQBXjEusMX8qL+rtbEU5umNNWb02OS5n3GqC/0BpbzKPtFyDYplbUi+4Br7caQN0aR90HH3+Wlsazx2AWp23/g3Z9WU3/5EK5HNLhOJlJRWza4BvAPT1aTvpAL5Jz8rrwHoKWlJVbwkbq6F1FYWGgwxL/smmwRtyiheSK6SF+aTh7v8cuPLBbxsS9dkfsNEEJ2BSXACJFPsFunHAByCvwDkKVhSu6FYSsTltgS7KPhof6xS46pUYYWJMmuYwLTDKKX00mKJd3LQn5k6npZuNba3nVxAIItLLzcLPfWbNSWPfmRJCmM8eWChSkHHFOj8J+DIDit1imHmOsKlHP6M2K7NJhEcNrtX3GymkRFlknrXzYaqU5aedKURE/XdUg7f+G7f/tZnCmJvtU1IPI/VeqOqDh1Q/P2zj/euXHntSGvCjBdiFGgk06FR8oAGwDLyGR/ohHswTIwW1thy4vL/VUHMAcWKX7dYZzWnbssuJxnulAUmEhHCNmODCm62svZOG3WCwAX+77vwrYXyI9ML+/Qx67HwCu7fSrPKC7PBwPrYrW0/rgG8x4uVpT/LMmE76cMDN0MbnuSH6kYWQ2uAbi8TgD56ueTefJAzkny0pX3AITfFhS8uay550pHa3LXXpMthfFzY4SQPYUSYITI5rRLO+qDjQwZnbG2UhiYcsDBOU06XfxQRmesrccoJRxIxpAKSiAIAmjJOW2208vC/SUA8MOuXetlsdEt5rTymcu/yDuhVQPgXWuDH7vurXo/e9f5/K3Au1b5kYpxeT4YEKZ5cY9klv64pvFVJnYZnPxIRfCLzmCTzHy1qU7XWKzeSevLQNraMTXsCLsnJzTXJZ2AAMfUgAOxpK4wLDh3LCBeoXRUqNvtcE85OGrZmAJZ9ZdZ9vazrvnwKYmBVw+RVlPOChyP6UXPRWN4Vsz+7TQyxUb3eU4cvqiC+rULRQ3Fu3xAhurGsjabnAxYaBmYxVyIieW6nX/5HS7d7uTh8hevfcPX+Ts89DXs+yfDFlj533k4AKwm6qXYxz8FAP2PD237+LbGjy+9OeRV5Ws/ip7K+dQbVV8YyH6pTReK2nf7D48QQqQGxTF3rogC2wvkR6aTa+M3q1AB1j67NfweFQAI188LUn+89B/bruF/J0zzAKs505RbD+Gd2PsmpbNkjC7Bxh9UwDON73iX+LuWH6kYeQ2uIZ1qD5ekZzSAzdJmtgz2HMg21IQQSoARIp+TE7fUvxyxbJjN5ADhWYQ4oYH9+2HJMkL2s5XJ3hsjgw8fAjh6tPFIXfUW264StiDY67buZYGYHSqAXwPYxV4Wi8I9QAXm8tVg+orV5rX/As53XRyEz8fzToh9S+RHKiPqR+rj5oWueU/FG2xEGZz8SEUEe2RJi8urXmvfkjXmMmsSGGNtvc5pD1ZNxaivEgRhBwe+I4HOiwWV/mMSBLvduuCIKpT2h0aXVFOddCrwds/s06gXH/672TVfiTaQkAjsBV4/9dR3qYmRasXuCoNjCdL2u0CtzwdWvRy8n/UtPWnQte9u36SQDJi5HD2fdLQm6LNjaJ2ZeFRutog5sNi7lWXaQ1ULWexzAA/ugYc/yYS8BArdYz4A+p9Fj/ZMS0WC1Odw1TW4mBee0PIOjQhA2Lb0OYuU/aJqZkJIppBeXePvXDnkb0AuP5LsukPBodeueDFbluYHkp3yIxUkr8H13G8FADpgzrL0+ayXAwDoS7Wna/JOxD+gwo6JidANRL8EAExMTMQO/3pkZPChxWYTP7O1Fba8uP9WGQghW6MEGCFy6UxNTfLmHkvLjwX6qCSXTl8Ah4NKbkjaGE7/1bsDAwMxCz42BDcAMDFbkylgpbflbJvFFvjcZrPB0ta2ne4De5+8XhZAzA4VfrvVy0J8c4JSJrJ4S5t3utR1bRYc/w+AOqlIRdjXpZxWsJDFd//us64xX2QZnPxIRfDjzmuzYpWATuyRxS+u3ehzcauutyzqkebsLZ8hPobRmWp1CU5GjLG2aVdG5gT2foSWcDGM0WSCMLzghuMru1Envg4FxpaFvjIFC6WpTlph9vXWmx4A+uO57efETEPw7/9JaFGOMffS8e+65n3gha7OYCZVX5N75sH6ndR0QUxWdvst6T+IX3S+2SdYh5ac2N1RTIbWT3oGC9tsAGyWtkLLo8QbOKr6ZyYg5sAUsCs9xJLOvZW8yujnBY4Xum9n+f8IAQgcAJZpPxmd5YrbGlFR/nOTtW8J/pdruDa6P+buibmuX/i3LLjWPp+VOh9unf2S//ORGZkhneIIIRnHP+ZTGH5VE9YoYiKyi6z8yDTS5vXcivUyv+is7RNUYC6noHVExmNP5m49/Tp+A2F/tZ9/bqv8SOXIbHDt/YYHAOvQUmj9Hzfruj4rJKi0NhiqwjYa/XL19wCq4pXgV1VVtaJ/ZbL3rLnNBgAWc0sdpcAIOXgoAUbIDglOLjKLIOUV4nMLGwAlwEgarPzW/uzP/uyPYywoB1agmZ0sxsf/wr3l4mpglAPZfUBeLwtJjA4Vkl3qZXGi2TjarHCkAvzv2Fmm93KgpCCr5CTbC751LLQMTn4kAMDlGf5SmJn3cQAAPatpbGJCqmQAl/BOp8DFP7I//duhOhWgb9AFJsSwxXk9F7y1fYJqVphrzlbgzbw0ay2Dlgb8+a+ovR/+6ufgqU86S0ZVVPtD92KddOa24vyt7a/+97/8dg0q4Jv8v/tPdd7GYjUb/Pvnxp4N/5St10pNO7/3ePUvVQDy/vb7pi/+q5ee6TVnzEy9EcMPUnaE28YW637V4H1zyMsNrc1V7+o/gqF1ZvnFlrOyk1pV/TPLdUnE731apr3G0zrm4+bXW+fXAaAegLgpgYlVFiu+Aqe+IuFEc9Hr/NKnYpFuyO1in8NArmtuzPUYsft0ScQC3z1UlkcI2RekMZ++O53r7JWwpuiRYz7lRxKSFv/wZFVqlaFv0HdUZ7MI7EHxWvuWXlCy3tpQ1TqzDGl9wtLZ21F1kJYiCCEA/mC3D4CQvUxw+meYFFQGkwtSAVjMvEI2kxMSQhLZ3NykHa87t/L5ZAEAOKZGrU7/n53gtEp/uTnHTKloNbbSezaQ/Spr7plYFk30NJeJN9raCstbJpX/wpnrUEVNbu/l3J1VGvlW18QP5PWySD1p456ikbJJP4QKc+TiKXuSqQAw/+39pCMB+/o7net3/NkvABzv6erk37mbuHdlqP/w0rcAwJyOKEl5Tn0YALzfxO1mIp80Mzyj6ExNTU1NTTJKt7Y+Szo4p9KHl0r8Xf5U57o/pwWpwWYn/4F9+5GK8M5Z7G9+rPn7tbBWnG+9t8YDgb9/+FbXxMg+gfOvRGDtR38/2LI28NHrufXGrDT1o9sG9meMcv9WO2Oo6p/ZXF6e6GluPlIoO36iuaws5YeWGdiTbO8bTEXYq3Bu7+XcFGZ/5VE3XC361QVGnw//NadaX6r/6Fro3vMkT2GbylHyOyWE7EdZ9U25FQDg6erkTr3NneqUKrYr3mAjG0XIjSQkDVxe8WrfdMHYU+0fA6bNbr9a9Ho+NuH9bGxD2S9oqG70L0U8Wlb2qQkhmY8qwAjZFqd1YMohfZxzrLLWuMe2qpMDxGqq7xWGF9xux9SwI+yenILK1EzaWRkflNJfZWGVXobW/qpq/6Z3m8VcjomZg9F/QFYvC0mijk+72MsiFv/katPPtyojlB8p/4tv+UPwzNpzS4zJRMLzwU0Ph/BOibf5rnlwY8+Gf+p/kJZ5/8OY/zi+4ev8Hf6l/630X4eUmqUAP+78NJCo2AO2sedjL3UKzvhWnBvfb/w3P/rTP7vC1v+XiFac/peL/zDm/F8TNu1M9E9EQhgMVa3JnNUMVf0zVf2pO54MwxqZi0bmIgC4f/hrANGjvwJyv/gwN13HBTVbrOspTnApr264amxI2+HEcP821zWfdSbuq4Tv/u1ng8HCZbwW95kiIjWNTWnKQW50n+cSDcJ0bQyNuX4TmAGTz5z+hS7BDBhCSIBWc/HDQ6Vy/rXlRxKScvEaYELdUMd82idAqbYZAcGhrQ+/XsFBm8hAyEFHCTBCtisnJwdwu91wL0yNCsdMKSmkIUQBjLG2Xue0W79yuKXunDk5BS+bjLoUTf8K5r+ar0Q1FzBU9c8sHxH7D9gs5vIjB6sX4n4iFSGp8rWNcVq0Jx+pLPlZQClSGgOuuXQ51z8IIavkHHvmKX+H99358jTweYIn4e8+k9rIxOzoxT8QHgMqqJ/f4TKDa+3GkHfvZL+CnYIjmyPG7Aa8ZQ/hTJOyVpw7tjE45FUBrHla9dIz8abIVpxSXdfxvxnxqgB93Yr3j/7l25y+hn3/ZFjk321IieHdWSPjx5feHPKqYi6dP/Uq829FSAb7yXpXos7Jng/eXp8O+ZyLW64WHenp6vRUvKG/mOrJkXMW7h7i7tsQ5/mF3sutCtffFUwXjPFmwBByoMTdehWQVXKOLTkn57nkRyqKrS4arZYdXawbvUX7iw+w59SHAQ7eb1xQdCeE4cWjgA1SCRgtQRByoFALREK2RWdqqq2tra1taqqvLADcjoXhUTu1NSQZi2F0ptraJr/aWtPW2S/GWNvU1NSUfJHY8iN//qsu9kZ4Q+vMco/YgcDWVniwWiHuG3MWsQhJ/dov4uzmTj5yO2I2e4zZInLryPuLMceAZ5X8LAsAnhb+KNGReIbGfAD0NX8cvUPfOyeu4AOmCzudVCSOojGVMnukNZZgt0r9VgOl0oxOnwPEbHQoDRLbQ1LTilMBi8I9AGBer/0JC8B350sPgLBWnFLGd/kFOwAwp2tynwMA7oGHD4189HW3+Lf9swT1Oqkk9TlcdQ0uRtzjHRoRACBf/Xz6D4uQtPjJwJ+/4ol/t2/4+vo0AFZz6Yr+iw/1X1zJPSP9o/LDLlmR0zcjIpU2Z1m6Nhu/ajmQ/crXXr5mHLllHLmmfy0fm4C1b2lo17ubEkJI5tFmvRD3vvC21fIjCSFkP6MEGCE7xOhM9cdyALgX7HtqZgkhu8nQOjPRLH5oMZf3rij77Kpt2cljQ5/hAODHl67NelWAvkGXeDqx/MhkaTXl4srdYtTKoLSsn3zkDty/LW6r1zSeDHsPudF93l53fun6kFcF9Ws738y+6Lw2C1Wpvv3nO3uedHFarTHGDTLGl6XZhAOjdv9wQsFpt45O7bX815YNNuGZtScZqYxi3egt48gt3YmserMGAObX37kt3PcvJv/91+53booZ37IyKRIlrzJ6ALzQfdsTSA27/6//lwPAMu0nd2t9RJt3ulRaDe9e9Eo3uja631tKYXJ9W1Yme1taysvLy8vLW1p6eye3OrdNtkhnD9oJQmLh795reOWVHyYKEfyVx/4mZlpN/WXxrkDaGwBgjxnJnmGjIhXlHXrPLl4GxA2Q0tjaj67mSTv9tdkNV/WvAID3Nw+8cR9KCCEHlnjpmGDqc+CCU34kIYTsY5QAI2Tn/JvZpTEnTILKGqm5U6IQQg6Iqv5gGdhZpVJgBywRtSvmLFIxk76hqKdarUjkdgSX9U9dDyzr++7fXZeW9ZOPLCkWwyIKcXz3H/gA4Lnlv413LC5hcB4A9DVMSdSdan2+Wg8A3s/6lrrHd7KWt9HdJ6igfq1GsVFqKSXYR6cc0ekvANCZKgtyAMC9MDU8MDAwMDAwPLXgwLHKYzm7caip9GTNp3hkcoy5vTVZALh5oeu9f/c3jwFgaeUHHACW6Q3tu6hl2qXI9dYWKfJJ1j8Fq7kUs7Fn2pxoliaiW/uW6s7b687b697lrKvi3LIiZZPr27TS21KuKjS3WSw2m81ms1ksbW3mQlV5y9ZpMEKiuTwfXOdax3QA/s6p0ceNE9PYTOzZYCGnM3+Jc0Rk4PyobAUqAIBfdLadX/pM/D8tVceuWpZGhEansbMbG9SbAHd/I25HR7L/CU67dXR0wG901OqMN1U0PDRRJCH7QRb7HJBoe98hVptsZHrx40u15+11761Fv8iLfeORz5QqfGQrXz8UPyg7UqjsMxNCMh4lwAhRXjaTA2m6SWw5zN5YvCRkWwqPiHktWEYS72kPloHZ2gpbFFwj3Ew7xQ49sV3vZeGds9j9FV2Jc1ryI7fPmHvpeBYA8EJXJ3fqbe7U23zXmAc1gQZQSUYamTMsAE/X9fVgnuy2f7LXq3EHgN3/UuCA6PIvANntt4p6rhb13DJ+dIHZhNc6tNS23RyYOENF8Vq6FHFaR4el4q/6WI1Udaba+spjBYF0V07Bscr6WuNeOTtG/OMr2YozFdiTbO+VXPP3/+83XVM/UgHfb/ytQXPmDfaLy9H9GNneNxjz9/+9P/L02n+X23s5d3emf4VQN1wt+tUFRp8P/49drS/Vf3StKCNGBK30lhe2WWwx7rFZ2syFipc5k32P/50wzQPsveWhw//H/BYn9IrieOMDv+P95zL+aZxI4w8qwiIV450dER4D+lLtR7eKGuMk0BOscrLVRaO3jCPRk//IASHYRweGpxYCA4wBuN2OqeFYYwec1tHw0LiRhOwX/n17QmS324nIju7yI9MqfoNraYqtviRb4df/4KDyoy/SADBCDpo/3O0DIGSvEOyjwwvu2Ct5EXVdDMMAbjg4p0kXPr1Vmm5CBWBkXzNUN5a12WwALCOT/VWx54BJqvqXex4WttkAi7kQE8t1aTrGDOZbXQNirzWH97Lg5UQqyTskNRyD6UJRe3Gi7JfsyB0qOcf2FgtDE8K0mD9gNWfMTL0Rww+2F5lVf5llbz/rmvd0dYZsk2Q1l5oSJAA8s/HLv0KepFj3qwbvm0Nebmhtrjr5SWBi88N8bUdqsomKEpzWYbGZYZzsl4jRGU06oynsNuceq5PWaspZgeMxvei5aAxfWY7RilNeZApsdJ//j1b8DIAK6tcuFDUUG3ccqTy2umi0OsH9arZY11OsSxCxS1Z6z7b5k19lzT1XOqoLAWB5/EanmBWztRWWP5qY6U94OiQkzKGKGqbhZNPz78Y70csRuE7YMsue4Ipi21jm9bq8hmI1gHhf/RveCwCsmrJcoVyeDwaEad4H4C8BQLjvYuJchHg+uC5FAln645rGV+NFKn+Ua23vujgwl29tdUkjPzLIaZU20RRUmozi4GJBsNutCw63e2HYyjSZdCGxUrl5QaXJpGMQuAxxL1jtuuSHGROyJxiZM6znDu+707nOXskt0QIuz/DAun/fnmY7kWmlzf7n+a7Hq7D2LeGCTnzDyLvWBj923QNUYE4r/ZZn8kZb4kHlD7+ejNi9668Yi3FXRAAhJNNRAowQmRidPmfB7XYv2J1GU9jyi2D/SlznC9R16fQFcDjg+Mpu1IVcc/sDC/QZuHxDiHJCMmDmcvR80tFqiL/JytA6M/Go3GwRc2CW9B1lxoqxPi4J72WRaCVd+V4WgZyW2nQhccmF/EhFsEbmopG5GHabJ2YZnJxI3u6ZfRrVho7/bnbNF29Fib8rxJz+FetYf8YcHnJx8H7jwonkfkP+5ocZM+soPmm7CICCynpxJSqJB4sdi/ZQnXRWvVlz56YH8+unnvouNYkrj777d4XBsRitOOVFpoRanw+sejl4P+tbetKga4+7rCA/kgAI3VBc1rM80xo43Rla+6uq61rOmi02wGYxlyPdOTDBabd/xQWKInJyCl72ryT7IwL/rnElzGKTVGFP5l7cOkqUaMvLkzUfkLX1DELeH6kcdUPzlu93vN/wAKBnvwd458bXPr8vPF6FCtDnM6d/kXdCewBffPi7fOtYxHWI0NXpqXiDvRhjP8L6dDC56OPmha75eJEK8w597HoMyOg6Lj8yhLRptKCyNvi2m2GMJhOE4QV3+JvsGLGMzlR/TBheiPXOnZD9Iqu+KXe1c30a4fv2gIo32Mhut3Ij00rdcFX/5JGNqAgAACAASURBVD3u3qrX2rdkDblDBebyteQ3CyayMtly1uxfaIiT/4KtzWyO8/gEdxFC9gZKgBEiF2N8uWBhygHH1Cj828sgOK3WGCNOdMZjOY4FcYOauP4nOO3WKakblJGuwsk+Z2j9pGewsM0GwGZpK7Q8mthMtOpX1T8zATEHdtBpAA/mheFXNTHejUT0spiPjkxZL4s5i5TTeu3aFuN25EemTqKVvoSR9vXWmx4A+uO57ec0LAD47t991jXmm77JP6k5BixEPYV/QlhK+4fw4657wOE90PwwsJyeE7ZqFTsqemFdcHJuADn6JPNmu8qYe+n4d13zPvBCV2ew25K+JvfMA3F3bfKRSstuvyWlFPlF55t9gnVoyYmYvUnlRxJJMP/VfKU1crOHoap/ZvlIeWGblAM7EpohS6kYqS232zE17KCEFskc//BkFSpA92MECsfFNAm3Klx/V0hdC+WMZV+Xsl/+0nN7HYAswDd9k8+/ErJUbQf+GKGRoVcsYZGpwI87xd+XgpGh/DmtqE2j/vfjbmEDYBLFSntXIQgC9tI1BSFJ0Goufnio9PazwXkfBwDQs5rGmF0r5EemV3b71aKykN0PgFpfqu1oTtT8cGVlcnk59IajRgCTMSu0vv565NGjhw8ttpBlhuYJqsgn5CCiBBgh8gX2kjmmhh1h9+QUVIavJjBGU6UwPOVAZGhkICH7k6F1ZvlFaeO7HFX9M8t1ScTvVzE7VAAl2NVeFq61z2elfoZbJGDkR+6cb/g6f4eHvoZ9P7z0iv+dhwPAavxv6mRGBtKHue+fC/wAs0pOsr3gW8d83Ni//qn2ld9FTElxeWZ4IHSwCj++9OaQV5Wv/Sh6cslT72NABfXzSf1wXGs3hryp6ASiuEDHoi1W2KVGwW7OKRiZ0DJp68Ley39B+VacqSS/FedOm3YeGMuPEjfUgaF1ZhlSDqytsOXFhBtCFCK3exhjrG2KWSriz5+Fbe8iydm6Ai9ebE5OwcumZAto9zBr3xKgfqVB21idzQJwbQx9zH26Cm5oqfvHxoyY85ce/usQlukNG9DI9tbwrWO+O1966qXrE9/wBHAOQGhk8IolJDIVpMsSRSPD6UxNTaatwwjZ97TM+x8mPhdklZxjS87JeS75kYrassH1iWrdieokdogv3zCbQ5vGvPSEB2CWV6FV1rMcdRVW2DExseMxDIW/3OkzEEJSixJghCSDMdbW65x261dbv5tldKamer01GHrQ3sySA89Q1T+z2bEyOX5jBIWy4ydbznaGbdI6WOJ2qAB2r5fF3JjUu8baZ7fGjPAne+RHKkDqA8k98PAnQ9aJXEL3mA+A/mcaNqlIKZUVI33InmQqxtanofsnPwIiEmBr4j5KTWlgDVnqc7jqGlzMC1+28w6NCACQr34+ie9T6h30yoWMz0AE2vxuvdEjUCZttTIhAzsWouqp9wxlW3GmlvxWnDto2knCGFpnJh6pzBYAaSkDS6Z7WCyBZHRG/jeqVHLX02VGbm5u7uBwYkumAi84NTE8tKDyAKUAwnoma7MbrhbhvaVPV2EdWWsszvzevwqRRrVVmJmI71i6Dpn/9v45TYk/8hAAbBmZAuLF3iulzL1ZIfG/mPxI2aROySH8owcihm9LJeV7Z6ZoJtgTr66EbE9Zc8+VjtaqGNdfBkNVgnENcv1y9fc7fg5CSApRAoyQJDGMzlSrk/eGNIlQQvYng6GqNZnN7oaq/pmq/tQdT+aL0aFCfmRKellIIzoUjVREyauMfl7geKH7dpbUsdDl+aBT4ACwTHtIsZf8yDikESk//KNjEXfcX4zuOanNO13qujYbNtIZro3uj7l7YnPIpOZ4uTZ+sxo7p6gCAOH6eQG72nAywGmXVnsdUwOOmBEhC7+M0XSMi1FRnVNQmYkL7tuy7VacZF+q6l/ueSiVgZ3trU5pCiyZ7mExH2/P0PSX/MXZXSa3Ak+KFbNfOccqTcbQtumOqVHGAKzs0jeRTvnaxsgyL3VDHfNpn4BVYdaVt+snuPTYelSbZ9aeW2KUIuO8hoRHKm/ReW0WqlJ9+8+Fe7MKRcrnT2uFvrxJe2pCpxQITquVRg8kY8+8uhISVbAlll5NTEzEiy8sNCiQ4CKE7HGUACOEEELSKeleFu6//rXMyJRQN1w1NigcqQwt017jaR3zcfPrrfPrwdtZzaWm8D3R8iNjkzZl/91/ipgB5uOfAoD+x4fCbj7RXPQ6v/RpjJHO6nQ0h9wd0ZuyE2OMtfWM3f7VgsNfUF1w7GWjcc+VSSveilMh8ltxKt+084ApPFIG2ABYRib7qxJs+AiWgdnaClteXO6PtQ1ZETvrHua0ivmYgpczLP3lp2BJQYrWfJOowPNXzoYWhjE6Y22lMDDlgJv7uQErO8mASXWl2qwXAC52yHdprUAN970X8rG5ChWrjnEmfk59OO5BH1hP1nyArN+U/MikbHT3CSqoX6vJxtPEZ335kfIFi1PD0lqMsbaesVqnHOF7anIKKqn5SnIy/9WVkOiCLbH0qirRFRghhFACjBBCUss/prWwKmVLXfvJZEt550MAOHplhubTkq2wJ9nevJCJSsiqqGEaTmqiV9K2jtRqylmB42NNzrB/Ow0Azv/8txHPGnfdUN1wtah0ce3GSPhI55psNtlEgjav51asuqBFZ22foAJz+VaGtEaMO0sowUN0RpPOuMfLpJVuxakU+a04lW7aeeAYqhvL2mxyMmChZWAWcyEmlnc8ciJZWyeqgwkZqpvYLpP8CjypnCW62M7fJ9b4c8PnK3+X+Ov5VteA2OeWQC2RWBUkJzKt1M+zwOoufOGMFvPXJF1vyCA/MnlzFu4ecLhB16AFnioTKV+wqivy/0VwOjnBHRnvFrgNIc7UPUIIIYQcKJQAI4SQlAqOaS3rSfnYj/3AJg4AO7rbx0H2iFgTlbYXmVVv1ty56cH8+jvwNb7KlGgB+O7fFQbHxD6H/b/7KPwRCTvXqdliXU8xrSDve2lsxZkU+a04lW3aeQCFZMDM5ej5pKM1QacdQ+vMxKNys0XMgVnixqVGrO5h4fytTDO2/GsvsJqa7snL7PvzX/roKhVpT4Hq/Pl4Kaug6UXPRWPk9EoAwCH/pgspAR8jUtrhcSjp7RmKeJ5VA17MCnPN2ZGbOQ5eBaq0ESfBryk0EmsA4AESRipJbGmYr+2oVisWKZtgH51yxE5/+duIhlR8SX1EHVPDQvTUPUIIIYQcOJQAI4SQNLG1FZY/msCVlHTkJ7IITrv9K87h9vdcyyl42T+eIzwuenq9JMb4erJvGHN7a75rHfNx80LXfHidBMv0nvt8qCk8fk2cvrZL64YkQ6SvFWeS5LfiPJBNOxVkaP2kZ7CwzQbAZmkrtDya2ExUwVzVPzMBMQeWXnG6h4WSevdR+VeKRFbgbYhFK8wOalQ0gAfzwvCrmvro/9SQ+ZQlxRrMR0f6hieiJ1mmEVutfWWIs0L4fDzvRFiyxF+BWspkRpVzWgQ34px66rvUxPj74q6/c9MTFYm/BoD1U9cDkSFbdlLA39Jw6y0R8iPlcloD2a+oq3B/1Wp4y1GdsbYeo8MLbveC1a6jK3dCSHyBDjQ7cRT/5j0lDoYQkiqUACOEkPSxWcwvXUldZxKSSIykltvtmBp2xHg3vRHdSIUcCOxJtvennqEBYZr3ibfoWU25mak37sJwFLJXKNmKU1HyW3HKjpQ51UP+8A8FJ47sIkPrzPKLLWdlJ7Wq+meW65KIV0L87mEBgYVkKv9KjcgKPCkflsNkR2zQibs9JxpzhvXc4X13OtfZK7klWsDlGR5AAQBknXk1pDbIGDNy/Q4fFZle2Y0N6ntDXm5oqY3XdzRnswBcG0Mfc5+KFag12bt1ZLvCmHvp+Hdd8z7wQlenAOAvAcCDmtwzD8RfViDS31nQHynSR0cqgh933Qu0NFQoUh7BX+AVew9aoI1oVNY+uuUoIYTEJHWg2YmjLylxIISQ1KEEGCGEpEdZczMs/sWu8pbeKx2tNBUsfZxWMfuVU1DpX1QSBLvduuBwuxeGrUyTKeSNs7gmRcVeBxOr1Vy8rJHTUxHG3C8+zE318cRRrBu9RSUamUO5VpwKk9+Kc6tIGmifmKGqf2azY2Vy/MYICmXHT7ac7bTsfNllSwm6h4UEbdkgkexEdAVeoAAMETt0gttztnzWrPqm3NXO9Wl4ujqDpT9/CQBseE1Y7EgAFW+wMarH0oatLnqXX7o26+Vmubdmg7cf1ArUknNsb3HoPgkA7PsnMfwgZjhTwfojWc0ZM1NvjBe5E661G0NeFZjTW7Y0lB8pS3DzWkFlvSm6VWhi2UwO4IYgCEj2oYQQQgjZVygBRggh6XG0rr+/40jLXwAAbJY2s2WwrPnKJ/2UBUsHqa1TeH8UxmgyQRhecMPxld2oCy4KimtSO+lJRAgh+5GCBVv7MaNmMFS1Jup+GBVf1T9T1Z+64xEl6h4WgvJfKZWgAs8xNQzkFBx72WjUMQiML4J7YdhqAqyxni6EVnPxw0Olt58NzotdeaFngW9kRmoam3JLdj3HdKK56Fc1G4Mfu+6tev0VqMzpmrwTu35kuyN0n4S9DkAW4FnlAeCFvIh6dObi5YgdFfEit8879LHrMfDKBd1W7SjlR8oRyH7lhF2+y6dAj1FC9p2dXH3t5LEZXPFf1b+83LHTJzH8BX6vxMEQQlKFEmCEEJI+htZ+rAaujWw2i7nQUlbWfOWTjioD5cFSyJ//ilrWi9kfRSoAYw5W2x1CCCH7zRbdw0JJa8WU/0qBLSvw4owvgqPqtMH6+Qrz/oeJV/CzSs6xJeeCn9vr5EamCVtdNFqdMECb3X41uz1dx7PnuHxPACArP0+5SNlfe+M3q1AB1j57RDZWBQDC9fMCoH7tWlED5EduLdC6IfFLF6PT5yy43e4Fu9MYkSTzzzSk63lCAOzPjUcKMSixErO686cg5P9n7+6j27rPO8F/mZQOaybVHTYKIV/TgFlASlQlEGmF0kCtkHJb1SCnInno0dZH60j0WYPrNwHqmt7KR13XOzzSruQzIqWkKqEdy3Kr8S5PePiyFZDRtBxBWWIphiaFlGFLAYUA09cCxRa9nBQOYrTD/eNevL9dkBcgQD6f43MsXTwAr0QIvPf3/J7nIQX0hY0+AUII2YqsfUad+EuHw9Ki0VQcPNjdb3Nv6EltYkp9V1dXV5fE7aMrfACoUVG7FEIIIQVk6z4o6LYV4uV556iY/apvztnSN+NGEbJOPvtojoX8DOOLAOBr2m/T/qitIzx8zvvca943boWTHuB+EvQCYKsj5Xrh4XPiL3JFlqnoRMLmXB9dkX8rnvFRu9MnTkPjfU776DjNNCQk1WrRbfSfmBBCAKoAI4SQDWEwDRhMCcM/HA6Lo8ViBnQ649Ez7a0aqgkrCnEEfTxhFZABfPbRe+JA+vjmRCWJ2lkQQkj5Eeeu75H/lfPsHib+MKRaCXllr8ATJxSl79AWeZBsIZXsDoCD96Mgd5hhY8f5i2NhAKpnqtm4yCUACHKIi/SnRq6forbvvXTlZLO+tst8BZjT70UbHkqPzMHnFIfiecavedJGxP2LUuo7GvnhmUDAMzPumUmOWkvvREIIIYRsMpQAI4SQjSIM/3Db+i/0mi2OyNFoJgwAdDod9uzZs7tnwETpsEJIM/NEXAX0zAzH33IHPDPjHu8ahxAUFLWzIIQQkkhi97CY8huWw/ucznveyC4V1NTU79VrlbnPX8wM1jdLrQpf+xlGcpCob+7Qp9lBwzAM5bhIvKZnGdU07+X4i+9XnjoRTWLxXgAsc+pwZVwkZlYBxEX6g5d600SWozS707JitG0dSp/Tfi/+A0FV0hvXCCGEEFJMlAAjhJCNpTaYBgymAbfbdjMhEQZA2BvucDiM7QOgBJj8eGdkJn1c9yFxFRBATWOzPjKR3m4f9wQCnvFRRuJiYpEVvxKLEm+EEFKapHcPiz6jvArAYqmlqEDAMz7syZnwi/zcLzhJFXhilZfH69Mrk0PEi5GlT6k79laiYE4dCZrGwt7pZdP0MoA/Eo6z1W92MQlFXQrgIQBEI5Epsgwx2rYubZ5PYZT6NqW+MOez1eSxvYD32WN5R8n7EAghhJBiowQYIYSUBLWYCIPbbXPdHBkZnIs0Ryw7brfN5Vrjc+/PyXoqWfnskfRX/Ez6yK7ThM3hjFLf1sGMDs+knbJNSpnsiTrZX5DaSBJCZJVX9zBBWRWARcvb6psja60873TaZzyBwMywnclc2lW09JfECjxGu7d+ZtwDzz2nVpkQF8lh/vWMvcCnSkoMe5jtr+WHrPwdLnpse//pTC0NmUNsNLLy0BGm87CMzQ/JFpTH9oJYi9ccgYQQQsiGowQYIYSUFrXaoDYZDCYMAIDbXX5bf10XWlosG30SufDO0XFPavory67T6DpVup3apARRjRohZCvKt3tYuREGdSKhsIphtHo9+OGZQJpkUkQRq78kV+AptY01nplAYGZ4lG/W68Wic6d9XMyf/T+U/9qCWC1zUsucBAA42wFkyWkxJ0+LkUXXoBx9T9rlsPRIssHy2F7AO+3jHjE04aNLCNyoPwEhhBCSFiXACCGklKnV1PpQfj57NPuVzyZFsVcRz/OgoQJlo5TrqyhFRwiR3xq6h0Gp7+oqk+ZhejH/pUpeUI9sUwnwK0CaH9JCYVx9fb3Hk74uTrYzzKcCj9G2NfOjQpPlhNGjqKlvbtO+WNAzJYSQOHlsLxArjWsa9dEBh4xS29bMXxM2Cxb/5AkhKMCdbynfShOSF0qAEUI2itvWfwFf+mMAB7u7j+5ubzUZsuZ6bN0VQl2R0bo6YCjGGZK10fRYre3rfhGNHKeSRqxfB7XoIAUkPbklMZJuP7YCiW8G6e8uetuQTceu77q9hlydzz7uAeqb9SpvgfNf6ifyrMBT6ts6tD5nwiAd1V6tlrbakK3MH7x0jb/DhQEAlap91UefZZoU6SOHf8hPTIe9AAAVW320i2lSVBbnLJfMb/m9YE6/p9yfLW7l4otee53i++/UlnKHyjy2F0RSZXuT7qSimwXVQPk1MSGEELJ5UQKMELIB3P3dx80WB1B/5Y8BOCwWByxms87Yd6YnRxqs7Gh2G41GANhdqIxOyVGrDaVatxZrbF/f3KGntSVSCFTXRdagnN42vM/pvOeNrNVnm3ovPZKQ9cvS+1FIf9U0apVY8Rb4NNwftnX9xzyfwzBKfZuyeDV46/nAWc9zKSVPJOFucaaxcNyBsHeaPz8dPPQSezKpvNW5/MbVoDfugJcLnu8Nqo6w7x4ueA4sNHTF/wDI+S/irsV7W0LYhstje0EZVQ0TQgghoAQYIaT43P0HNWZHukccFnOLZbDPNWEq0fTJWqhNAwMbfQ4EQFz2qyahtUfaoHTVYbzPGwBQo6LEGclNxmW+ckqNkPUp/bdNbBdBVIap99IjCZGF+EM6TfVCJP2l1zLAygacWgmhHyik5DmXxewXW/1m1/YmBYDw1K1H58fCd65ydWfYjlgdWPCSkP2Kj3yfOz8N79ij4W/FRxYAd9P3waKU7NfC2ckyyH5lJXW0ZORjmGGo/IsQQkhJoQQYIaS43P3Ho9kvnVH4v8vlct280Gu2OAA4zJqD89YJanJI5BUd65x97ZVRqmpmAoHAjNOnTUySRZrdU/6LkFyk9yOS3uNIFtys78II/0BYsaqr0jcpjrZuK+V+RCVGfyq6iyBSycXzTqd9xiNOvY9+akY/cXNGEiIL3mkXf8hrk95bCekvAmAjKrEo8UYkCg9bgwDAMv2nmcjP58qmw2w/ONNY+MYPgx0nqsXDzs/uAED1m6e3N0UjT7DHHnI3uMRI+fmXLgyFcr2rQ0NvL0hJkpW6zNsLEoKc9vGZAID6ZvoRTwghpMRQAowQUlTum4Ni+kvX55ow/e6fPgSgVqvVpgFDa3v38RaLA3BYWg5iS+bA3G6bywUAGk3JdhEsT7zzXmSsc44VMDEDBs/4KJrFwc7iui2Qptk9ISSR5H5EefQ4kkNsHUpciloM2Re99inm9DvZR3eQCH3jNwEgoYaWYbR6PfjhmQA895xapTZhOki2yGKffaFEf3Cvwf05WU9lC/PZI+mv5DQXpb8IKSufL3IAcKiFSdqdwh5mDo0t35n+bOpEtZDumpoNAsC+x5sSAiubnqm8wYXxMMwBhdricnfM/wD4zgHm9iSfNr/FzfouXOa9QAWq9AdwezJntqxkZd5eIPLZr41HRivWNDa3bZ4f8FvL2tpW++zXxqm2nxBSBigBRggpplj+y3gmpc+h2jAw4dot9Ed0WFoO7t5cvRClcF1oabEAgNG6OlC2f3Z3f/eFeanBu9vbd0Kj0agLmvATq7cAz/g1T9qI2IU7o21r5kfHPUKzroSg+uYO2tJISFaS+xHl0eNIDnctYvZLdUDVY9zGAvCvDF3xfrDIn3u7Kq+59HE7FQr8yVViIvmvlB3gjHZv/cy4BwF+BWAQy39lj9wkoj+4yUbhnaPjnvTpL2H3C6W/CCkX/vDHAFBZV5v62GN1LMAFJ53bmwqwSyYfs76zk6g4oDr1bf72ZNqI0OQI/wB4+oCix1iLmwu3i3uCMsq8vSBeTU0NEAgEEJgZH+Ub9TQfrMystW21sMeEEELKACXACCHF5JqP5L/a05d3qU0TLog5MLOme+fqFiwDK3uueYtF+mpgLFRn7DvTYzIUYDlZauf6CKW+rUOVuglOT80PCclBaj+ifHocycC/9OEkKgBV566+1irxoGJb5zu78PbCB4v+wdnaUw0A3G43AKRPa7lt/ZFevfF0OuOZ6wOF+OQqNfaLL9qldU5T6ru6aPWLFIXPHs1+pazSiXULVLpNyGby8VIYqATQ1FCN6SDiasIAAOGpj8IAsKOyQOVfKxcv8xWoeuHINjzMfIPBMt9tr+1sqALAFeY8iiDL9oI4Sn2XuN2F99mHxz2emWH+eTU+pDlg5WKNbat99lFKfxFCygYlwAghpUZtmrDOV7RYAGyOMjBxRTXiS4+nHsv1rK1RZOCwmFssg30F+I4z2rauPPeKMkqtXqndBCu4+bSz4H12+71IKOX8yBpI7keUR48jOTwMPQAqwDwfzX6JqjrbmQ8u8/Yfr5xq2Gbr1sRqcBM3X7htYoveVA6HpUVj0Rm3ZN9ekfRNBvluRygDmh6rtX3dL6KR41S2HGGtFUg/3jOS/qJpNISUnfDiEpBcCC5eOcRomWNs8AYXPH8OcUXnj25wACqPPVuYAWB3Ld7bwNOdyk4F8DBTVFWnsew/eLJtL8iAUeo7GvnhmUDgd35P/+FFe4HPkMhDStvq1J+wKSVjhBBS0igBRggpQYYBV9+cWAZ2vL+1rFNg0RVV0dc/5gBocix2WVo08U9KXY0tZXmuBt4fGRmcszjElWUq/JNRXu0s4hv4xyLrmzNs+iNkPYrc44j7NAQAdVVPpj62o+ppwDvJ3zVuy/j8xM9xnc64Z4/wy7noZ5fD0lKBsvqklhHv8waAdC0P1x5ZPtRqmtm5IWI/4eqbO9Ls1oi82TK0PvaMX/Pgvf/9+bN/+GGBT5SQjVFRIWnolMQwANIqgNdJUX2Q5b0c7swGT2oTM1hiiXm8yo7TLPv+o/PTwfO9wdjhWGtl2QnND+sUPcn7aTaZ7NsLsokMU659gn4ylglpbatj7wHeZ7cLqVHU1NfD46E8GCGkHFACjBBSTJrdOsABwDJiGzBkWSiMlYE5zJruna4t0V5qs8hzNdBgMJgw4Lb1H28xOwDA0tLdvkWXkWWVTzsL3in0sKipbxaqvnif0z4+E4BnfJTZqmONc0x1Tq6XU+3VaqlgTsZ+RNEeR8UR+sSPx9M/ZOuOZr90RmtSt0P67IrU2aCmMdfce+mRhGQXzX7VJGxZJ4Qgn5xWCarsaKm+cTWI6eXnHobf7GIiI0L5wbFgajTnDE4+DKcc/XxyKdykkP8SItL88OU85oaWoVzbC8jmkmfbat53zxMAauob9XotnKPUBJEQUh4oAUYIKSZ161Gd2SElAxZfBmZp0cDqWneHoY1h6LEa52Kds3TC/4xGY7rgaDVBXIUBAOze/M2R1IbY+DdYevt7DOVc91cK8mln4XNG5ltHbnMZpbatA6PDM4HAjNOn3YLLi1mnOqfU1gUCnsC4x0srsXn2I5LW40g2i6FPxA6MccTuiJnZRiLpr7RdDrf6Z5fPHklqZZkPkmckIdlF93dkq0zI1PxYLHeub+7SKysqXizgaRKyoWQs2CpuRk27/c19n5+fDoPjz/fGuuaqjmw/9tHyjfgrBOey6WoQgGrf9lMnqlkACE/denR+LHznKvfxEfbdw7LmwLib/tvR5oeblqTtBWJQ2s/gFT4AAEuf0giwspehbTVT3xjZ9bfp2loTQjYvSoARQooqLgPWchB9aDiaLdg0YZ0/2GJxpLQELCdqw8CEqz1SIiAmwgYGBtLF2rotLQ4A2HNmYOuVEcS9OxzzLmBLLSLLLp92FpHYvYk3sZFIj9enV26ttE72qc6RtddYwVykYs4zPsp0FOskS5S0fkT59ThaN/YZ5ukhvxe8Y1a5vyHhobs/znHz7r4/J/7K2J7pU1ltOmM0t1gAOAZvuk1bJwPGO6MDQnIktaRHEpID77wX2d9B7yVCNqOmE2x/Az9k5e8I6S62+lgL06HF8EfxUeFhqzB2dPu7J6IXEpVNh9l+cKaxsHfs0fC32A7ZclX+pQtDoXTDRDcVSdsLon0O02ySi3xAP/IXajMTKZr0basZrX4TDMkmhGw9lAAjhBSX2nS9b1DYKu+wmOuvZEuAATAMTFhxMFZAVabUBtPEamt/93GzRaga6e53D2ydNVLJYhmwuftuUNvL9cijnYW4vS/NUB6lqh4eD3iex9ZpgJJrqnPk1j5hbSBWMTfj1APpp37n7KnocAXTaQAAIABJREFUdN7zxjVV3BtpXVlepPUjyq/H0bopap8/4D87Cftlp69T1dO6jQXgXxka838wmbX8C3DNiz9/Mue/ABjajbBYIHf2Pv17RsLk8ZpGNVDgzdc+ezSnlaNPqvTIcuTu774wLzV4d3v7Tmg0GjWNDVszvVN892cY7rVJ32eEbC2sljmpZU4mHAsKBeJP1VYCgD84kb64HOxh5tDY8p30VeZrFBq64n8AfOd15X55XrAkSd9eEN0kNz6KyGawuNlQNY3/54dUAFbmqG01IWRzoQQYIaTY1KYJ187u45KTWoaBCVd7HvElS20amGht/wYAwGLWWAb7rNdNlORJoN65R6iSoxKwwklpZyH2Ksksafbx5iVpqrP415VcLxddDPA06mFPkwHL2lMxliGICAQ848NC6iPfP8aGkt6PSHqPI1nsN6q+w3lvL8I75H11KHq46ruvK3502e+V+8vJIvt7ZkPxPvvweGomeF2R6yZjv698XtA1b7FIL1GPheqMfWd66CIgb+onqOMSIVuSP/wxAFTW1eYMfayOBTgZh4n6V360iArAftmZdIVXAQD8uRd5oOqFs7vKujtiXtsLlPqORn54RrhcTQyqb27TUnvZMkdtqwkhmw0lwAghG0BtGJhY7XHbbv6uL494W/fxXnFEVtlSG7D4qfhrh7lFM2i0Xh+g9S9SRCntLMSEWA2zLTV4G1MDBGQtAfMHL13j73BChVClal/10WeZplzLBVPve89PVx47I2Mrm2Shuzc9/4Xz1FbiZ//wxPS8auG//XTXF9LEJf51rVx80WuvU3z/nVoWkb+ub6bJgGXvqQhfZMdsXE9F+/C4B4EZu7Octl3m149IWo8j2Ww79c4u3c2lD4d4LwBAdUDx/JHa/Vj6UdanRWu7stalxholyiXLeybTbKNoaVhNo15bwK3XsQq0+uYOfbaPBumRW5DDYm6xDPa5JqgcPC/uD9u6/uN6XiCP+ugtLkfVcrqyZfpXTtYtPHyOu8FBlTLBi/tJ0AuArc550RgdJirWihFp8t1ewGjbOpQ+p/1e5FOgjLsXkATUtpoQsglRAowQslHUaoMJf/pQerxhYMKQdnJWGVp19XUfN1scDkuLZs7Yd536IZLi2Nh2FtwtzjQW3xwv7J3mz08HD73EnsxS5+RcPj9d0PPyL5nf8nsR+sbumpVlxfxyVQVC+OTzXU8BKa384t21eG8jtYFe7RMJ/5xz96uLDGGLmzbORHfWZumpWHLy70eUu8eRrKr2tyr3tya+9WdDD4AKVD2pQPS7NHff7TZEetRFMmBZx3tFGyXqdmvWf54SehymfVYxdutGz60m/g27vsjypumxWtulh98fGRmci27mcZg13TtXt+DMT1Lyslegxko7I4Q6kPrmrk38j50UQyW7A+Dg/SjIHWbY6GE/f3EsDED1TLV4UBwmGr7xw2DHibTDRKXUikmkqO17L92LzfraLvMVYE6/twlaI65hewHDKPVtStpSsKls7rbVhJCtixJghBCyEYR+iN3HWywOR6wf4kaf1YaLVlHIsohMkm1sOwvnspj9Yqvf7NoemfkkNsery1Td5Vx+42ohhkLFrFx8y+8FUKdo/x+0+xVVADj/0tD/9TcAsMT/BDiU+qQA/2PLwveSxkelNJOU1FMxmv+KDWETKt5+//drEAiAfyJlmlN46v1Hg9NhLwBAxVYfFf8+U0mPlIP/r/VL1hc+X8L/BCfqqvTtyqMNVeJKVUI/otDdm0sfTvEPFoW/wCrVAUXPkW2sAsirx5EcuE9DAFBX9SRiCTCHWaMxA9DpjEePtrf29BktZgsc5uP9rWnLdWzdLWJjO93R1vXtZpD2nknH5yzCv269Xcxp5VwV8UmOLHdqtSGfgV4Gg8GEAbet/3iL2QEAlpbudkqBkdKSs2o52ti0Wa9VMgDvc9rHZwLwjI8ym/2fPCmwpmcZ1TTv5fiL71eKvZT9wUu9vBcAy5w6nGaY6BsIR9oJxA0T3ccUrm0AIZtSEdtWE0JIkaXr7kMIISXA7bbZbDabze3etDN01YaBCZfVqAOEfogHu0fkbqJVZtw3B8Vd8Xt2Ukmc3Da4nUWkOR7L9J+O5mAqmw6z/UcqgfCNH6bJcnG3uOeuBr2FPbFZ/jYAMKffUQrZLwCsova7+4Q9QiHrzVB8OKNU1QCA58d/l3Ac0URWDO+75wkANfWNHV153EXmqHgLXnqNOx/JaQHwcsHzvd5LzvVEyiB01+J8+9pT4aVIUnAxZL+88OrbS+I0r2g/on9YMr+4cG6I9y5G04ch76T31bcWhvzIr8eRdP4l84vO9heFL5Fw2pNTIQCqpm1smqc5HBazuUWjMYvpLYdZ021LiHC7+7sPVkTSXzCeWWc17xrfM7FqjdThdDJSP2+IFCvm+Cq8857EyC1KbTBNuPp0wm8svf2b9kKHlB/eOXptPFvqPfLPu6axo00r9jxklNq25noACHh9NKWNrIuCOXWkEoB3etn0mve517zP9S7fgbB9ikn4Wa3d3i9G8ud7vc+95n3uNe78mHAVwfSfSC5GJ4RkwTtHxexXfTNlvwghmw5VgBFCSo3b1n+h12xJmPW1eWfFqw0DE652YSe4w2LJ/YTNzHbBLH7bje20G15eG9/OQsx/HGphkhINYnO86c+mTlQ3RY/6g5euLQujoVT7qjFdsDTY3R/zAHCASe5d8xVxj/Gn3C+Aquhh7gFz7x/w1K9ix9dnjuzcZZ+o/q8QR6HMpO6XZ+ob92qFBcLMK4JKVT08Hni8Pr1SGat4C/6zPwAAzKdxa+Ph4XPRZaDtTQrAHxy+tnyDQ0oVnfRIOXA3fWcnUYHPf/XotV/++qN923/wO/eXLlz2exf9r1qqRozbIv2Ivn5TrLf7b02/d/XTrz5imf7vhn5p8Ir/9mLoz97yVf/7y3+R2ONIHooqJeBF6EcfhTpb476bN30fLKICVb/5TBUAw8Dq6gDcbrfLdXNkZHBuzpFz6qTrQuynla7PJUMdj6T3TLLYgnQhe5vqf+93vgYA8IxfS18cEvl8EavRskcW5iTLiLr1qM7scABwzLuATXiFQ8qNpApUcZJo6l4apbaxxjMTCHh9vJZmAJH1YA+z/bVxI0JReegI03k4zYUBe5jt/1ZwKDZcFiq2+mAL06Hd3NO/VldXN/oUyOayVdpWE0K2LqoAI4RsBLetv/tgRYW4/b/iYHd097OtW9OSlP2CMCteczBp5/2moTaYJlZdfUbdRp/IRnLbug/Gqigo/yUn3me/liX7xWRZpxJ7+mULkShbX7vH6lgAwcm4yiTuJ/wdDmCrj51RvftsIVcx9hu1o+9pR4zbpIWHJkf4mfn6lVUA+MIXFn7rN2faVNZbw+MzHjQ2N9YkBDNavT6yPT4bpbaxBoBn/M9tJ/9cSPV99sSvOX/+MwA1jdq4AWBO/oYwZCvayVBR3XGaPcYiuYpOeqQcVgaHQhWAqvObJ595BGB6+Y3//LTvD19nVgFMev40ktXb9/GuuwDAnH6n4UX14wA4/uJ//so/n3pZ8TQA8P/hLz5DUo8jeWw72lm1CniHfBdnxdI9btb3injays64fKBarTYYTAMDExMTq6urqy6Xy2rtMxp1umwf0Tqj1ZW2O2KepL5nEkXyTQUt/4L6CaldKXmeKkCkULceFd9Uc/epBIxsPEkVqJH8lyr1g4rRtnV1deVXvEpIeqyWOXla9YPvCf+xJ9Nlv8RIRfXJ02wkUvXu6e1FzH41KEff047kGgDGtu4afU878k6trFt7CJFNfNtqyn4RQjYnqgAjZYk2PZU3d/9BjTkhxeWwmDVzcE2YXNFBKtDpjHv2AMCcRcyHOSwtB3fLssRYioShYP0XRuYBoKwnYLndNpdLYuz9+yPz83Nzlvg6C6OVpqHIJ7qhD/XNHfq0C+vbmBogEOBXgPSLVjWMxOzQ+gjToSK/eyy22ze5a12R/Lf0h1nmu+27Ohu0PqdzasbzTwCAL9c3Nmm1Sji9a/tSjHa/wTF8pwr+ht3+hujhr9Q3/3bC92xqNu1Yi+gYjFgVnfRIOczyt4EKMM+3VmnRf+Rz01jYO82fn/6X33oMvxHGPzp83l/5Klim/xu3/n4YkXo75tSRoGks7J1eNk0DP//mH63+NcLLtWz1ia7kMkEZsK3K704tfLAYsl9eiKYUKwDVAVVPXE1YKrVarVabDAZT2kc17X3W9lbDxtYni803C1v+Bbg//MMXP5R0AcZo27q0hTyVzUK9cw9AJWCkdEioQJVvYwwpMp/92rgnQx+A2MVisprGjjb6PCdkM6O21YSQrYASYISQIrN1J2W/RA7z8e55COkvXV98nmugx9Z9vMXiEIL6WzdrCgxQG0ybIfXjutDSsuZmjvI0ESMCae0sGIYBAmIHvoRHxHV1Gde5wotLQHLzPbE7Yjz28PaTcn3NNfrZvwj/3/ft+PRfVadR+DuqUmr1v/SJ4pWhUEWd4vtdtSwAn7AuuPRp3sUc9++6eAST/2J+xntX+LgEWJh7CACHGlLGWmgfP4TgHXzO+YW/XumRsmhQjr4XfevE9SMSj/zSrzx+7CW2Q1sJGNlRI+IjE3ocAfjSC6e318t1XomqOt/Z9eTNpQ+HeK9woI55ob22syFb9isntWHDfyBF1y0KWv5FCNn0GK1enytGrO+sYbaJzX+9noDQM7Gmfq9eq6S8WKmKDIpMT8xrEkK2En/w0jX+zs/vtT4NIGvb6t/8bc//y09E5gqr2OqjXUyTolCllqG7N5c+nOIfiNOCq1QHFD2J3cu4mwtCFwfh/P4EwIvO9oQXqXrh7K5OeRu+E0LKGiXACCFF5e7vjba5s7oGXvvLhwBWXX0HNWZHZASW0ZqU4lIbBq73zQl5M8fgTbdpwxcci8TWfbB3DgD2nJnY/FmhzTvobaPEt7PIujIemUF1z6lVxgVG19VVMpSVKKoPsryXw53Z4EltYlZGnA5VWkK3pv8Z24DKLz/bkDtaIK4LPvKn5PNy8NknAh5FFb5c3/w7eiXj59/o/fTzJ37asCPgGR/mG9WAkFFLkylMFM0vSo8sCFZRffJ09Unu3sIrCFVA+cLuQxn2j7Na5qSWOQmEhviFDwD80q8W6qQAoGp/q3J/6+bq7SL2I5Pn3ykhhGQVLQBDUslQIOAZH85UX0Q2mM8+mi39JV6/0HePkK2Du8WZxsIAvvJEzr7o4f80sDz189jvvVzwfG9QdYR9V75uEhH+JbMwLRiI5LdC3knvq8AV2b8WIWRLoQQYIaSY3DcHxeovo3XAoAb+EgCgNl3vGxQLw3R9PWlSPWrTGaO5xYItlgGDQ2gNuGejzyMvmh6rtT13WCxeo1Grt8p3tHjyaWcRmVw/M2xnhD6JvM9pHxfTZ/K0VYs231t+7mH4zS6mSQEgPHWLHxyTeR6VDO5afH+xgt/aBtR8+WtJj4lldTWNHW1fTXxAHIzi/HF+BWCx79S/jVXpPf7pp7pDh6Z/5goEZv7H59V/+KFbwhw1LtJGUnpkwYTu3vSdHQpVAPrXc8zGAAD/yo8WUQHov12UdpubCOW/ypn7/pzwC11Z9z0mW5BnfBioiWuYKF40BGaG7UwXjZApJZm7G8YIeU3qa0nIVuFcFrJfYKtf7joauSl7dH4sDFQeO8PGdVAPXnpteQoAW/2mOFc4PPU+d34a3rFHw9/Sdsja83rlopD9qmNOv1y7X1EFgPMvDV7x306MY1t3jbZGfvONxU8BvKcdQSx/ljTflxBCKAFGCCkq13wk/9WemOVStx7VmR0OAHt2pk+FGNqNsFhAozJKn1ptoHzWhvM5xeWOLO0sYjt9Ga2+mR8e98AzPpwQLWc3eO32N/d9fn46DI4/3xubLqI6sv3YR8s38q2aKhzu5sLZydA2Yf0uNUUkdowMeH18fAKMd9qFhKEq3/yXmDdLTTR+Ub233jXuwdcUbKQGrBysXHzRKwzZqkDVC6/v6sxdQhcauuJ/AFTUKY5KrrcjArEcg/Jf5Si2JyjTlQ8hpSuhtTKj1LZ1YHR4JpBSTU42Du+z28c9QovK+np4PBnyYGIBWHEGvhJCNlp42BoEAJbpPx0du1vZdJjtB2caC9/4YbDjRKRdh9ioo/rN09ubopEn2GMPuRtcYqQMIkOFT78T2zzHKmpPvQzfnwMAboaQbXBv7IYi+3xfQshW9IXcIYQQUgTqneVV5URISRO78UnHKPVdHc31NTWRAzU19c0dMm/jbjrB9r/EHIrcaYGtPvYS++7hx+T8Gut01yL2lH/iG1/KEKLUNtYACMzYf/ILsR1IMNZuUq+VMVW1jakBgNonymxxvEpVV6UCgNCfXV64eDOUPfquxffBIipQ9cLLtWz20BJm664QdNuK+WXFOX2U/ypHtgvmDHuCCCl5aTZtMNq99QAQ8PryvAIhhcH77nkCQE19Y0dX1t1MK3wAqFEpKW1JyJYgdko/1MIkXXezh5lDAKY/m4ocmZoNAsC+xxObHVY2PVMJAA/Dcu5gvPtjHgAOMMmtIxS1zwu/4H6R7fmzS5vghoIQUihUAUYI2RBz991InPak2a3T6dI+Ioh2CiKE5MRo2/LvSMEo9W1KfSFOJyY68ylOULgNe6q2gB35pAjdtSycnUQFoOrc9YdPeodn0scxWn2jd3gmEPCvBNp/EwAmxgGgpr5ZL++ud7G6Z+nT8qn/Aradek/cRM7N+l65zNuHFnzY1ZdhJ6ZQb1dBvUrWRsx00779suO2dR9viY5EpfwXKRvbmBogkKFbXuRBUiqYuC6VmaOEnRQM4LOP3vMEhO9gXINLQsimkrtTenDSub1JztaG0uw3akeNa372ysXLfAWAA4otc0PhdrvhcrliBzQaDSDjaAm32ya8PE2sIJsBJcAIIcUU62OYMslLbZqYMGV+Ztz0MFopImQzyXYbVjyhobcXPhDGUL2+61RDFe/MEsxo2zoYp3NqxvNPwoF1LBQxSlXNTCAQmHH6tEkFd36huueRv3T6Q+aFbVD+SWfolaGQd2jpbmuaSWB3LdHsV8YMGclGTJHS4JaNFF0dkOD+/ZH5+bk5i8MRO2a0DtBVDSkbYhdgUg4YrV7KpiZxJ4VnJqEHdsAzM+7xJjS6JIRsFdFRwU0N1ZgOYvqzqRPVcUVg4amPwgCwo7I4pVahT4Cnsofc9N8Wuq8f2eybwty2/gu9Zosja5BOZzx6pqc181wKt9sNZMqWZfgSOp3xzPWBdFvVCSkHlAAjhBRVLANmPt7fOiH1ae5YpyAaFU9IOQoPn+NucFAdYd89nFDpxf0k6AXAVjdt3Ha9aParSv/6rlMNQO4aOkap1f/SJ4pXhkIVdYrvd62j1Qaj3Vs/M+6BZ3wUjXu1Qlepz554wvezWT8A1Ns+FArAFJVPAd70L/J5QhWd9MhCY59hnh7yexH6xI/9Cd/ghHq7TZD9Mgy4XD0AUMz9kVQAVgpcF1qitVx50/W5KP1FyopY5eXx+vTK5MwIpeTLkvhtA1DT2KwX68WE6WEBz/go09FW/EKQNaqoqNiQ566urq75uYRslPDiEpB88yXeJsRomWNs8AYXPH8Ob3Ztb1IACE+9/+gGB6Dy2LMyDgDLwr/yI0AH4NuZL3iHQlug/EvoH5A99SVwOCyOFosZOqM1XcrK1q0Rrl2N1tWk69AsX8PhsLRoLDqjdYKuXUk5ogQYIaS4DD19OovZAcBh1lTUX/k01xMSN6Do+q6baNMJIeWnkt0BcPB+FOQOx3Wc9/MXx8IAVM9Ub1i39rsWMfv1wtldG3LXpNR3NPLDM4GAZ2bcMwPg158BgH8BUNPYoX/xRTFOaEuS9n5VEK2ikx65MZLr7TbyXGSzAa1BaLW5jOmMfWd6TLSNlpSb6J6Ne06tMqHrL++8RzMJy1BkaGx9c9zcV0apb+tgRodnhPr0DTs5ydaTviJki1FUH2R5L4c7s8GT2sQMlvOzO8nRlR2nWfb9R+eng+d7g7HDbHUkH1ZwoaEr/gfCLxuyR27u8i93/0GNOZaYEqaHwBFpKqAz9h3dPT8/D8R3GnBYWjRzfa4JqSto0cyY+DWMe/YIv4y9qMPSUgHravf6/jSEFB8lwAghRaY2TVjnD0rbugIArpFY+TWlvwgpW03PMqpp3svxF9+vPHWimgXgD17q5b0AWObU4Y0aAOZf+nBSzMRs3J5BRtvWofQ57dHhG/inkGL7v/7Xv783fnVRTCJmvl99jFXkGykH7uaCWAn3Tkol3MPQA6ACVU/Gvl6aejtCypemx2ptzyee5iiQ8qbUNtZ4ZgKBmeFRvlmvFwuGnPbxmQCAmkYt5b/KSsaC92iu0+sr9jmtVfErsSjxRspRZUdL9Y2rQUwvP/cw/GYXI9Z13eIHx4Kp0ZwzOPkwnHL088mlcJOi8Ldvdy0+Yc9cbpu6/MvdfzzaEKnPej1+B5WQGXNYzOhzTQyoAQwkbCJ3mDXdO5MLvdKydUezX6mlYwNuW//xFuEkLC3d3dVHZfmDEVI0lAAjhBSfYWDC1d5/odds8Ut/Uob6bUJImVAwp44ETWNh7/SyaXo5dpytfrOL2bjyrzH/A6ACsF922tNGpM3r5C9nT0VGqW9T6gH4+Td6eS8qj3Uk1/VEGvHzw89Wd8Ru8cLD1iAA7Hu8Kf9IGYh9Dhf9g7O1iQmt0NAIDwB1VU9GDuVRbydxXUn68lO5NSnK9Z6BUt/VJWXCCykktTrzhAVCNiNG29bMjwoN8hLGRqGmvrlNSxWpm4bY75Ln1YB7o0+GECIf7fY3931+fjoMjj/fy0cPq45sP/bR8o34LojOZdPVIADVvu3i/kWEp249Oj8WvnOV+zils73MuJuRacESgvVZGiSWu1j6S5dazqU2TbhwUGN2xGe61AbTgKF1t1g0Zmnpbs+dArONRNJfabscqg2RLwTAAlACjJSZL2z0CRBCtia1wTQwIWktUtPeZ7W6VlcnKPtFSJljD7P9LzGHYsmkykNHtvefLlIDjbRCn3C5g0qHljnGAgjf6F2eEvYP+IPCcLXkRvzSI2WgqH3+AFYB++WFi7Mh8aB/5WKk0uuFlyMZRIn1dhUVFSW+q9rtttlsNptNHCFNCCFbiVLf1tHRXF9TEzlQU1Pf2NzRpqfqL0IIKQNNJxJvytjqYy+x7x5+LDEqunNu+7snos3qK5sOs/1HKgF4xx4N57GfOU93LQuvDIXEacGZwyJ3coxu83aVcN8cFKu/jGfS9kNSm84YAQCW3n53/OHrfTrhl5YRW86vcn9O/JWxPVOuLPqFCCk/VAFGCClxakN5dz10u20uV/yBPVoANlvOSxAA0YsQQjYLVsuc1DIn83qOgnn3e4XaUV7V+Y62c61PZlt3jbbKeTa5VXZ0bV/sXb6DxEb8wKGX2A7F2iLlsN+467vcwgeLIfvlhfhCOqHPYTTXlV+9nYwFW2tLp7nd7pTJXoljKQU0zYkQstnkrECNlS0TQggpP+luyoKLHAA8VVsJAP7gRIadc+xh5tDY8h1kmTe8LqG7loWzkxCzX61VyHzv+AlQB+AAs1/+0ygVrvlI/itjZsrQboTFAjgGb7pNseUzdetRndnhADB3343s9yoSvkrcFyKk7FACjBBCCsp1oaUl/hLh6x9zAFpaWjbqhAgh5UxRffJ7jx14/9HgdNgLAFCx1UfTjqGWHimHqs53dh2YXbowwj8QO/VXqQ4oeo5si5s2Vi71dklJLp2x7/qAcCuZOBo6wmExt1gG03YLIYQQQkoX7xwdngmgprEjpXsl7/MGANSolFTqTMjW4A9/DACVdbU5Qx+rYwEOHy+FAZm7IEanBUP/+q5TDVVZg1ccwH8PYBP3P8yPY94FxBJd6p17AEfqcUK2HkqAEULKha37YO8cAOw5Q6uMhJBNK3fFW2XTCbbphJTXkh4pgyq2QdnXkKUB1rrq7YpFmCQdf8RhMWvm4JowueJGQ+uMe/YAwJxFTJQ5LC0Hd6e05SeEEEJKF6NU1cwEAoEZp0+b2MHS55wR81801o2QTSUsNEVXpUzw4n4S9AJgqyXslvs8oVZMPtHsV5X+9V2ncnY19Id8wi92yHsaJSpzGZd7/a2DorVdWYvFZPhChGwMSoARQsqHw+EAgD0bfR550fRYre1xv/8DAIDVas3rRTRynhIhhJC0bN1x2S+dThf5weMwH++eh5D+Shw/PdBj6z7eYhGD+lspBUYIIaRsiBkweMZH0azXKxkAPO902mc8AFC/N7kwrAz4g5eu8Xe4MACgUrWv+uizTPoFfemRsuBmfbFC+boqfbvyaEMVmzbUvzI05v/RZMgLAFDVMc+/rNy/cSNzyaZSye4AOHg/CnKHmdgb0M9fHAsDUD0TGfelqD7I8l4ufOOHwY4TiV0QnZ/dAaTViuXjriUyP/hs1mnBUQ9DD/AFoCB9GEtHNDXlMF+wmdJtBY9NCdPtTlg4so1Y0h4Xzd13uw2Rdu8Z2igmijZKJKTcUAKMEEIKSq02JIyQ+YPFTwEYDFTDRgghpcXd3xsp8TJaXQPi5kehJswh9rs3WpNSXGrDwPW+OSFvlvWOkRBCCCk1jLatmR8d9wQCnvFhT8JD9c0d+ixl3SWJu8WZxsJxB8Leaf78dPDQS+xJ7RojZRGbaSQOJRXGpsaPPo2e2azvlct8/OxS7yJ/7i1e/7o2d0EMWauc2VA//0Yv7836Gqk1VTKQnjeVHNn0LKOa5r0cf/H9ylMnqlkA/uAl4U/HMqdif4TKjpbqG1eDmF5+A+HIX0h46hY/OBYEgH2MrHOF/UsfToqdDyVlvwDu0xDwuIynUKJig7fSNpyI27+nO9oafcxt6z8eaV4RfzyOw6zRmAHodMajR9tbe/qMFrMly5Y+W3eaXvCElAdKgBESZ+p97/npymNn2Aw/yMNTUoepSI+UQ85rHe7mwitDoYrz02qOAAAgAElEQVRMzwcgfZcNIYQQshnFdk8arQOx1h9q0/W+QfHGUtfXk2b3gtp0xmhusYAyYIQQQsqOUt/WoXI673k9gYBwpKamfq9YDlZWnMtiToutflO8+w5P3Xp0fix85ypXF3+PLz1SFtxN39lJoaubUphpxM0uXbjs9y76X7VUjRjjxhdFs191itMv1+5XAP6VoSveDxZhv7zwFN2wF0SRs6HSSc+b5pFhBaBgTh0JmsbC3ull0/Ry7Dhb/WYXkxCu3d5/5HPTmPAXwie8CMv0J5WFrdPdMf8DoAKwX3baUx69AuDtJS7xj/MJtzUSYDD09Okswr2Iw6ypGDT2HW3fuRPA/fsjg7G5xTCeEe9CbN0HW2KHY8czcDgsDofFbI7+3qzp3rkaX2vmdvdfOB77Ssb1/5kIKTJKgBES9evL56ezPBy89Nrynbjfe7ng+d7goZdUKVdF0iNlkN+1DiGEEELSijb1MLYnZrnUrUd1ZocDwJ6d6W8fY71JaMQ0IYSQUsNo27qy3YgySq1eqdUX7XwKIjxsDQIAy/Sfji7iVzYdZvvBmcbi27hJj5THyuBQqAJQdYrZLwBsQ23f66G2y3zFJH/XuG2/GBkaGuEBIP5eXrGt8x3Vxy967Qj96KNQZ2uVjGdGIDkbmnFGrzhSK7F2Sg7S86Z5ZFhF7GG2v5YfsvJ3OOFA5aEjTOfh6tQFJPYw2/+t4FCsPA4qtvpgC9OhlXv61yecvC+4qahNE9b5aE7LYTE7UiuxdH2uuJRVrKW70Xo9qW2iYWB1dQBut9vlujkyMjg3J44aycJ1IZb90vW5BrD3r9b2JyFko1ACjBDBr1/73e8EMz8cHj63fAdxV0X+4PC15RscUvaISY+Ug8RrHbZ112hruuf7l8xv+b2AqlNJu8kI2QRKduxB4tcWPnmY0+8p96d5dOXiFf/tRaFotUp1QNFj3EbpfLKh1Dv3xN1IktLkdttcLgAajUatliMJKfsLEkIIKZzPFzkAONTCJF02soeZQ2PLd6Y/mzpR3ZRfpCxm+dtABZjnk3JXO6qeBrwIfeKHON/Lv/IjYQDSy0k7Wbcd7ay6PRTyTq1wrRnGhpG1WW82lLv16AYHoPJYV/LbaZ2k502lR8ZjtcxJLXNSwpmwiuqTp6ulRK5HVec72s5MD/7a//cQQMoO7/1G7ejFxU8LfGYlwjAw4WqPDB5OojP2XR9ILfLSGfvO9JgMGa5h1Wq1Wm0yGEzCb6Xlw4R0mhoza/tDELJxKAFGCMDdut35nawNzp185LIm0slQUd1x+jGc424kDQWVHimHtV3rRIWGrvgfABV1ih7aSlYw7v7uC/PxB868DaC7uztd8O729p201EbWqGTHHiSJfPKkfXDW13aZj5W0IuSd9L46mSFVRkhhzN13I/FmUbNbp9OlfUTgvj9XpHPb6txuN5J/RLpt/Rd6zYnrAdlv+Qv5goQQQjaCIvwxAFTW1aY+9lgdC3DBSef2Wv7auOdXQr/8DH6eI7JJyztHh2cCqG/uWt8stAbl6HuSXoD7iH8AVNQxB1K2pGXcz0rWaZ3Z0ODQWBiA6sjXZN7onEfeVHokKXNqw8DE6gDcNpvr/sjIPIDd7e2tGkPq2pFQ45Xfiyfmw5Jo2vus7a0GuhAm5YsSYGSL8wcvXVu+wykB/JOveo8y6E0XNTWbdshndCho7KpIeqQc1nmtM7v0QfotZkROrnmLJb5A/etn3gaQeCwmdpjW2kh+SnbsQRLupu+DxQzZL/+S+TJfAagOqISqL7GkFfy5t6sS2rpWVGQdahhHYuTq6qrEFySbV6yPYcokL7VpYiL9/SCAhOlh7WlmhJH1S8pJxe10tXVr0gzkdljMLZZBo3ViIMM3RPYXJIQQUuI+9v6X8YC0yKUw77TPSAteIzHdhaonI1fen3AhAGCpxiuF7BfqkRf0S8qbNmXYIDj1vjD5ovqovM0PgTzypnlEks1BbTCoDYbiXo+qDTTjmJS5L2z0CRCyobif8Hc4gL3tGnr6P01numoJcw8B4FBDSvGW9vFDAPA55883UhYNytH3tCNrLIxYuSjM1z2goOaHJclhMbdoDva7N/o8SHmIb98RKT8V2nccqQTCN34YzD+yEPxLF4ZCmTJSwuhj1MV6HrINtX1nFSoAi/7BWQBARUWF9OwXIXkxtIsjnR3m43l8+rptF8xiHkW3W1OA89ry3P0HNS0JFVkOi1n4CWnrjiardDqjQBeLakn/Y1T2FySEEFIawotLqQc/X+SAmp+qA15JkQDCcwVNf4Xu3lx4ZShUAehfj97LizOQVOyXgNDdmz7z2862F53tLzrNb/vu+kOFOxuS1cdL4fQP+PnBaQBQHWHk2+Kci5A3RVzedP2RhBCy+VEFGNnqHjt0hOk83PXkW0DGC4PIdXBG4cUl4enSIwspdTdZmpib/ttABapeOJI6E5XISdNjtbbH/f4PAABWqzV9+P2RkcE5S6TrssOs6d65StvNSU4lO/YgkZDi+s4B5vYkn5LEWnFMogLQtyfWpCpqnz/gPzsJ+49XTjVEPq9k3AdK6bSy4bNfG/fUNHa0adPOIOd9dvs9T0BYrqqpqd+r1yqZtJGZGXr6dBazA4DDrKkY1PVdn8i+3TGxjEjXd512R8rP1q0xxyZ563SAMJrAYT7ePQ8hW6Xrc8V9qwZ6bJEZCQ7z8f7WpO+i7C9ICCFkw/mrD7K8l8Od2eBJbeJuVOdns09Mte6I7vH64lNfw5QvfeQdAPjsa/94r0Dpr5WLL3rtAIQ78dd3dTZEH/rFx4uoAJRPYOjtBaFfgnCN6l3kz73Fqzp39dHYggJJu0qTY21n6oe8FyhM+Vd6obs3fWeT86brjCQkP7bug71zwGX8bxt9JoTkhxJgZGtjD2/PPcwzd128sC2oMo/IgpF4rSMOD6PyryJQqxObMv/B4qcAMtasGwwGEwbctv7jLcL6nKWlu51SYCQHaWMPmrTrbfSxPrO+s5OoOKA69W3+9mTKo/6QDwAYXUPyI/u/zWCSBxfisI16wsim3NpI+uzjnowP8j77cMLDgYBnfDhLtiwTtWnCOn9QHC/tcMy7gKyZDtdIXBM9Sn8Vgru/N1KRZbS6BsTGwO7+gxqzwyG2DTZakzJSasPA9b45Ic2V3NBS9hckhBBSCqJDB5afexh+s4sRu3zf/JvJjz86tAMAfvG4asdn3gAqvnGoGn+WEnmLHxwLAkDNg+1hoL6+3uPJfOmxdlWqOmAx5EXozy4vfNypPJWY1rJfXgCqvtOpONq6jQXgXxm64v1gEd6hhYtPaE+lXCeT9VBky5veyfbM4GQRy7+y5E3XHEnI2gjbxlJ6XhFS4igBRshmkc+1jjg8bAPKv9xum8uVcGQvAJvNJuG59+cKckolSW0wTbhwUFhrs/T291DPZbJe0rPvBcrTC21Xq144sg0P+TSPPww9QIbZYILF0CcAJcBkUIZFbz77aLb0l1NIjtXUN+v1SgYA73Pax2cCgZlhO5Pv6HrDwISrPWE8lAQ6o/X6AA1tLIC48WrWuL9htel636BYx6Xr60mzSURtOmM0t6SOdJP9BQkpbVPve89PVx7LOOAzPPX+o8HpsBcAoGKrj3ZF2yOvOVJ2/iXzW34vmNNpG7/7Vy5e8d9eFBosV6kOxBopk61Gu/3NfZ+fnw6D48/3ihebX3nibw/tAP7la+6FX//Fd/5xx2cAgF1pIgGojmw/9tH83yoeAapmvcpbgPzXtlPviTfg3Kzvlcu8fWjBh+TSLv3ru2KJLsW2znd24e2FDxZhH1k62kDTu2WVIW8azYZmwN3iCzb9K70cedM1RRJCyJZBCTBSDtxuN1zxaRONRgOo1bT2kETitU5oaIQHNqb8y3WhJWG0fP2VTwG0tLQU+0TKgLr1qM4sdGXKWYRACIB82nespdHHuty1eG8DT3cqOxXAwzQB3KchAKirejL1sR1VTwNehD7xg5p4yKZs2kjyztHhrHM4fM6ZAICaRjH7BYBRatua+WvjHni8Pr0y38ngaoNpwGAakBCpae+ztrcaKPVVMK75SLqqPTEpFfsZuWdn+r9+Q7sRFguSfojK/oKElDLn8vnpLA8HL722HF/i4OWC53uDh15SnUwuBJceKb/Q0BV/xi0ys762y3xF7NGQd9L76mSGVBnZ/JpOsP0N/JCVvyNc07LVrY3btyueWbZ+ceHnUGWNPNbCdGjxf//dnAL4xa98U4mgt6DnyjYo/6Qz9MpQyDu0dLc17h1bpziavJO1qrOd+eAyj0V+0l9LHVzklS5vCjEbunwj/c1ReOqjMADse7w4078k5U3zjCSEkK2EEmCk1OVYVtPpjEfP9LQaKBkm/VrHv/KjRVQA+m/T9K/SFluMm7vvBq2vkiyyjj1IaN+x9kYf6yE0P6xT9NDdF8kH77Pbxz0BAKipr4fHky4P5vN6AKB+b1Kzw21MDRAAz/PINwEmnZrKczeMeuceII8qveK/ICEbzLn8xtUsFQzh4XPLdwCw1W8KtVz+4PC15Rsc7lzl6hIqxqRHFgB30ycMQ0rDv2S+zFcAqgMqoeqLm126cNnvBX/u7arvv0OFMlsTq2VOapm4MQe/BQQvXV0G8NRXv4BHWSIB3199VgWE6v+58atAtgIgmc71GebpIb+4x0vxpafqsLqICrYqzVtX3A1GCiFTNnT4owxP8AcnhJnKDUXvA5cxb7qOSEII2fwoAUZKktvWfbzl9I5Xc0c6HBZHi8VMzYfiZb/W4T7iHwAV6QbtFIGmx2ptj/v9az4AsFqteb2IRtZzKl3RxTjabE5ykd6+Y42NPtYj0vzwZVqKInnhffc8AaCmvlGv18I5mr4RkVLf1aUv8pmR4kvdCaLZrdPp0j4icGfvnCz7CxJSWrjnroazPe7kb3AAKo9FOxkqqjtOP4Zz3A0ufOOHwY4T1XlHys+/dEGYW5zO3TH/A6CiLtbzkG2o7TvLffetL/7XRf/12dq30t7slFPXR+mRVPSWTXQC7q9mj/PZxz8Gqt0e9b6OYpxXkqonWWBxA74wSZsNRVDojfFUbUqTwyXhY6H6QOFLYNNIzJtKjizQ2UjsAyG9XUSBhwqXI1t3RUIXpTUxWmmuPNnaKAFGSo8whxw43QkAEBYjxEmLAHTGvqO75+fngbk5S+QgHJYWzVyfa6IQO7EVlU9l3G71ecJVkfTIQstyVfQJFwKAA8yG3COp1UnVen/6EIDBQD+LCVkn6e071tLoYx24m/7b0eaHhOSFqW/cq9UKY73yfCrv8wYAgGGYXKFysHUf7J0DgD1nJuj2UkaxtoMpg7fUpokJU+Znxg37im92KPsLElJq/ML/wgBU+6oxnb6N29RsEAD2MYn1W9FdMp9NnahuyjNSfkKK6zsHmNuTfMri6YpjEhWAvj1he43zi2crv/lHq3+NqR+voCGl3cUm6Pq4xsgtIDx8jrvBQXWEfTdxLBP3k6AXAFvd9NW/nwaA1b+56v13vuRIn33cA/zTwz0LNdWvyHjRyt1ceGUoVFGnSFOVKE7ArXpSAQCeHy8CdZj886e7X/MmRe763hHdb1TgL9/Y8fXnsn45WuaWSzRvWpv8SORTsUj9D0tVGQ4VJoRsXV/Y6BMgJIm7/7g5vv/M6oRgdXXV1acD4LCYB9EzMDAwIBy09hl1QqjDrOm2FeKcHqtjIY7MSS96VSQ9csNE7hWp/yEhm03TCbb/JeZQ9NaarT72Evvu4cfWE7lu4t5t5nlqfkjyxmj1eq1yDfkr3heZG1bfrC9c/8NEDkGRvtrWYWg3Cr9wmI/3uyU/zW27ELmc1O1OqBuX/QUJKS3cT4T/Vx87o3r32Uwb78LcQyBt/y7t44cA4HPOn2+k7IT+yQdUp76d7lF/yAcgsaeF0PXxl7/xtwDAhZL39MT1cjyj+sH3VD84s/0YCwB3rnLD/rVFFkC2ro9JpEduBZXsDgDwfhRM+M77+YtjYQCqZ6ojV74VX9meEsk773mAUP3Mp4/HRcqBfYZ5GsCif3A26ZHIZO7IBFzmC9cfAcBvqJu+lRj5rT3f/A0A+OS2V8YzIwDCw+e8z73mfeNWcslsLG+anA0VPxVVTxTi1in65W8utL3obH97Kc3exIehBwAieVPpkQWxKp+CnWO5Mwy4rJFFT0LIGlECjJSWWPpL15fyoNo0IebA4jJdaoNpQDwMwNJSiBSYeDF9ZzalP5g4MucxVpFvpBzWcq0j3itWPbVDvvMghRLttkSLbWvnD146xz33mve517zPvca98T4/lWnZQnrk+on/eOP/Ex54cWHInxIpPpQYnxIJQGjfcVr1g++pfvA91Q9Ob+/QVmYqP5UeuR7ixmT967nb8rBPZM6QFeHmjWwSPvu1a9euDY/PBICaxuauoqW/SMEYevpiG50qDh7MmbRy2/q7D2oivWJ0fdeTugPI/oKElKTtWUdziT/xM4vu55MeKbNI/+QjGTbtidcGUdwt7rmr8eVui6FPEp+Rvpcje4wFEL7xw+BaIuWXtetjMumRW0LTs4wKAMdffD+S2fIHL/XyXgAscyqu2OvJ30iK5J1/ORMA/A+VP0uMlIOi9vkDWAXslxcuzobEg/6Vi28vfLCI+CbhhoFzJ7+4tApU//oHv/07z/0rIXL7c3ue+6D+K6jA4t/d+4GsZ0byyZtGFaW1j/S8qfRIUrbUhrhFT+j6XPmnF6kwlGx1lAAjJSWuu8yZtE1o1KYzwr5dS2/8eoXadD2aAhspQAasSdjzOM0n7w20Jhe/S4+UwVqudWgduYzE/j3s2UmLbWvB3eKe612+w0U39IW90/z5Xu6Sc+2R8hA7kcoamUnm9h1rj5T8tVd+tIgKwH45MXt3WWhkxJ+Lz+TtqHoaaZarYujmjUhSU1NTUwMAgZnxUbsz39aJpOSoTROxfa8Ox7wrR7xrxGyJVOKlzVbJ/oKElBL2sISgbD/xhYYW+HgpnF+kvO5avLcBVeb+ydynIUC8NvAHL53zmsbEro8qfPXvHwOA0CcJ92NZejkCwPRnU/lHyk/o+qg/wEgshpAeuRUomFNHKgF4p5dNwp623kglXxeTkMb4akJk19lbMz8D+D0f/XJKpCz2G3d9tw6rCNkvL4gXw2957YuoQJX+9V1xb3L181cPdzFLq0D1k2cOdd1r67rX9m/O/NpXhMh/89ePaJlbdtLzpiL575jSkpw3zSOSlLNoPUDhWl8RspnRDDBSUlzz8dMV/kO6kMjshqTRDerWozqzw4HMo8vXRcscY4M3uPCN3mX2zPYmBeAPDl9bFvcGPlu9lkgZKGqfP+A/Own75QW8rjzVUAUA/pWLV7y3M1zrxN8rbgh3f/eF+fgDDX8MoLu7O13w7vb2ndBoNGr1llxsinVbomkja+JcFpZCwFa/KW7gDU/denR+LHznKld3ho0takiPlEnoEw5A1Qtn4+54v7H4KYD3dnWmRu4DALynHcnykhLGHijyjSwyRZUS8IJ3zCr3J06tv/tjHgDYKrp5I7ko9V1izRfvsw+Pezwzwzw62jb2pMi6GQYmXO39F3pjiSgJdEbr9YEMV4SyvyAhRE5C88M6RY+k/sncT/g7HMBWH+va3gH+jem0Udl7OQbvCL0cFXlFyi7W9ZG/PSkhXnrkVsEeZvtr+SErf0dMZVQeOsJ0Hk7T0jAu8rMn/lUQAJi5Vsz91IafJkZ6xq95gJrGjjbt2qeKVnW+s+vA7NKFEf6B2LWySnVA0XNkW2p/mPZ/f/hr/8ep/3n6v/vaV+oikczzR2r30wbWwlAwp44ETWNh7/SyaXo5djw1bypYCnsBmVv7pLXfuOu73MIHiyH75QV73PGUvGkekaSsqU0T1vmKFgtgaelup2w3IfmgBBgpW455FxBbhVDv3AM4Uo/LpLKja/ti7/IdBM/3JnS9OPSSuDg+9b73/HTlsTNspsjdakz0em8AAFRs9dFoS41k4an3b//uq8ovw/vca9kj87/WEatJYuvIobs3lz6cSrwQT9w4Ko7tjT8UbdcmSlzHz8o1b7FY4n5ff+WPASQei4kd1hn7zvSYts6yk9vWfTzSbYnyX2sSKbtkmf7T0VuXyqbDbD8401j4xg+DHSeq84yUzS8+XozNu5YQKUEluwPg4P0oyB2Ou1VL075DeuT6KWr73ku3OXLW13aZrwBz+r341ojbdAdwexL2kaWjDXHJe//Sh5ImF/rs18Y9GVcneJ/Tec/rCQSE39bU1O/Va5XM2hcySKljlPqORn54JhCYcfo2+mTI+qkNpgGDaUBCpKa9z9reash1ySD7CxJCZBJpfii9auGxWJIjY/9qab0cFXlFyiyu6+PD7OXLKxeB3weQO3ILYrXMSS1zMo9I3jmKmUDBT6yKbVD2NUhqzaz7Xy7+r90Vws2g0braR/eChSU9b1pk0vOmeWRYSVkzDFiNlhYLYOnt7zGssSuB221z5ep/kElkSAch5YYSYKQ0zd134xtpH3Fv1Aeuovrk9x478P6jwWlhy09iasq5fH46S+SXqrlf/NQdaw/i5YLne4OHXlKd1CZ9meCl15bvQPnl3JGidVzr+JfMb/mFU4yssIe8k95XD6P0+ow5LOYWy2Cfa6L8Og+lXF7s0QKw2dJVrd+/PzI/PzdnccTtSDdaaWvPWoiLF4dakjfusYeZQ2PLd6Y/mzpR3ZRfpFyEUXxSCjHFoX1SND3LqKZ5L8dffL/y1AlhDSh9+w7pkcW2/4ji6Um/d9H/qqXq+8ZtLMDNLl247PcCqFMcbcj2XJ993JPpMd45Opy0rhEIeMaHhXSZLKdOShKjVNXMBALgeTWQa84T2TTUa10OKNoLEkKy4G76bwNPZ25+mII9vD13tiNnL0dO6OVYmUekvISuj+If/GHuyN8HkCuSSMJo27rSXQ/67NfGPUD9hkwUlWWZm0gmPW8K7fYffG97oc8nSnreNI8MKylnhp4+ncXsgMN8wWZa20qR60JLS/od6IRsXpQAIyUl0t8QDvMFW9qORbGpSLrdmvgHbCOWtMfz4Gfe/V72aoDKphNs04mUw87lN64GM0eGh89xNxDXXS3SFDGlu1p4+JzQpvz2zKWuB/7V1YeZIhPkca2z36gdFaaoYeWikP2qY06/XLtfUQWA8y8NXvHfTnwK27prtDXyG6H2S2jFFsmfZenOn0rTY7XGl4+95gMAq9WaPvz+yMhgLB3kMGu6d5ZdpXfy5cXXP+YAtLS0SHmyrs9Vbn/eEpF78SI46dzepM0nUjYPQw+Ap5u25d5VKERKe1Xp7TvybfRRPIrantdDr1zmKya9ryb082FOv5NtG7jPPpo5/eWzC9mvmvrmSM0Xzzud9hlPIDAzbKcasDjZq+jWFkkIIYRI5l+6MBSqAPO8pOaHm4j0ro9CZFFOimwoGZa5CSGbj9p0vW/+wjyA+zYY6KOBEGkoAUZKSzQDBksLOl9NftjWrYlMRdIdbY3ug3Lb+qPt4uKPFwN3ixOnB2Xi5MUBYNFyMUV1x+nHcI67wSV2V4tFdg29lTVSBrP8baACzOl3Yi3IWEXtqZfhC+GfAdwMIdsNWGjoiv8BpHfnF6nVhsSBXn/6EIAh089tg8FgwoDb1n+8RfjOb51mx1ut6eMGkL57V+Z9vsJEKyVw17Lw4WTICwBQoebNzJFArPWo6oAiwxiANY09yBFZbGyDcvQsc/GK//ZiKFbSasySLExT3pXA5/UAQH1zW2z3LsNo9XrwwzMBeO49r8aHVBwEZK+iW2tkEYjvgLTZuBU+AAAMQ9/hzS5abC3n4NDIi27dYaRk81JUPgV40z8mVsY/VVuZX6QcxPuL77we3yE5PfaJKiCU/rG//+rnkNhrukRI7/oYiSzKaZGNRcvchJB01KYBKT28M0relb4W/3adzyek2CgBRkpMZKNTVH+/bedOAPfvjwzGjSo3nhH7ANi6D7bETTCPHi8Cf/DStWVh+Vi1rxrTQW+6qKnZIADsYxLrtyo7WqpvXA0irrua9EgZCAvrOMAk314qap/34s8AcL8AMme2Zpc+WER+3fnXTm0wTbhwUMh+ll0XiOTLiz8AkKXojRbaZJV2SEPa0Q7SI9cr9AkHAPahhLl9XuF/s0BDSiTwrfjISf+5SV7/+q5TaVoC5j/2YEM0KEffy1y0qth26p1tpyS8DO+z28c9AQCoqa+Hx5MmDxbJf6mSvx6j3Vs/M+5BQMFSdzzkqKJbY2RxiH0OAzNOnzaxRRHvvOcBgBom+/g4UtrcbjcApP/J6Lb1X+iNuzwU6XTGM9cHJO0hcbvdKa+d7lVpWwrZXIQa9yyzrKKV8dIj18+/8qNFVAD2y0574iMVAMCfe5GPzR7eUfU04F0MfQKkvxmR0mu6NEjv+hiLtFPvw61gvcvchBCSKmVXev5m8FfynAshxUIJMFJq1KYJ63xcTsv8/7N3/7GRnGee2J82bnyDnQumj4EgOrSWXKaKyhLMtjTrGwnViLiZP7Su4kHTk9kwMBSHGgdbhV3bqlJuW4gDYh0hhByIBtS9sk9bZdgyfRAMEDtgjwBWLRwvIWrRFUkYU+Km0TmxKm3SY64oC8f0LJbOnLlA54+qrq7+3U1W//5+/hmy++23i8PuZtX7vM/zKNWV4srLwnnrE5yor3UxN+jw7/LvHBJNXHr21kM3KP9nd2uOOj38mIjoqcerkrciv/UUnbxDvzk8cq4nWx8ZBF8txDNw9h4SPTneevHDc2IWFjnFNInIzFpEA7QCVXl68T/d+3tqkPQGwRi/FJ3I7x/SOx+cPB8pf0/t/vqds40MyH/8hduuj6ZuTsUXLk8Q0dH9V//rfyAieu2j286yTvlIIq/06P1XX99/+96D7dc++u3SyNGUP/gwd0w0Nn1lfj5Cu3dqBmUm52/dmu/2kQ2aZll0ZxnZRcVYZm7rDl2bn58ME/mjo9BSxVYAACAASURBVGNX5lGncYAZEuvk+It6Zf63bUhLQlXsi4iITFMTWI0T9XTd88KKIBcnJtZUZ3eN95TlU2qKoK03mhFgkFyY+BxRo5Ofzxa7Cbc+ssvGL04S7VPe/GDyifItQf/f//1fEBFNXOx9YnsrWq/66B/Zoy1Mg65et6/acBIJAAAwHBAAgz7Eq2krJi3Rf6hxn2+BouLmHuzL/WypaNhRvTFNM0i8DZWtj+ysB79sOmTz6G2iEF388jNd3FVfioBl9mzCHmxowkud/PSPPj598Vb46jgRnb7/k/z6W5Ud+1oeGYijBwdERDT/9UgphWv88gv0D39PRPTg3711/6Z4uWyk/+Hjl1946dHf/uZHP7rnGzmywtNXHotEJsNElG/7wfl8+48ZPq1k0bU7svsm529cyW/sHB/ntjbK46Bj09faaFPmldE7g73MGR8IZ1QepuI4cW7O+TLjtQ41NSFEVXEzIiI7GWWVstCZqSlshqy0bEnetN6kGU3zZozOWulBSkMHqOPq45fo7gndzW988VJZQ2LdqUjxW1fbH3lu4w8nflArneyDg+uv5UMU/sYP/KURL3NP0tvv0nbqk8XHfRUpfvXYP/xfFCK6+q/KzpEGv+pjG/UhAQAAAKAEATDoTwyvpvf/6GtEpCfEVJaIZmOxBbZGoi6vFgq9KQww8fRDzbfeHZ3+gqhObRCnokixvVDrIzvr6P7fOl/8q/oL67cfdDn9i4iImJk5J99v0FLAoEciD734hd+8cveUDvOvrJRCHVPPPPTszz598/BMIwNQb3HH827+PfHyE/6RlRUGLt6MhX/0Wr40ckSFI/Pn2JabP9g/JiKa3tluNnSItZRF1+bInghHrt+YPNjd/jB37AbmxsamH5uPTIbbSf6yVoUamT/QjwxfmErUK6odNmsd6usoS8RxHJHpZJgrS1KWnHm5hD/Opca9bDNTWUouIAQGQyASfnbi5M3D0zdXPp1YfujqONHRycYbn7oNib946Swju+yJZ8Z/592j/XtHX9Uufle8PEF0+MEnL7/2X54S0XheqKgUPZBVH4mI6Csf3X750ZtUOfJ1chvEVtaHDOrYAADadrD9xlauZmteR/5gu3S+PjY2/VixegN0hCFFVzJERHPLKGIAow0BMOh3vIyP6S56cPv1o5/fokfI34iopu6mfwGcxdXnJpKP52/readXH01celYI34jQxs/OPrILHvzyiJ5oHF12+l44I7t0VEMmv7u945THi4xy/IvayaI7V75dAJqVLQqHJ+evT6JU0WgwUsXwV82ahA1bh9rJldKDrWLozMkJMzWtOGt5iIvh1bVExpnQXN+0ZUTAYPBduHHroXsrn75DJ6+slKW8P/XHE5UNiVsd2WXjD8e//uBPX8uH3t3/6rv+O/79f/rVz1Ye2BBUfQTw2LaxuertE+ZRHQX6w8F2w07BB9tvlN3vVG+YvnZrvn53aDgnZ5cXzfluspPSarbVx8/GYjPoUw9DAAEwAPC8px38yN9zqIFup38BnM1EJPx8JFyerHlSs3xN6yNh4B1sF8Nfo94dqvUsuvPl2w0INq7rsXNPwgZxKNCQ7VWcFGP1dkkx8rKoCBpVBqzszXU3+0vUfYljjLyWWHcTw7hEvMas9SYEGFzjl57/zmef/OGv1u+e7hMR0dTEpcVbD12tPsdvfWSXTTw+eefl8KuvH71970GIiOjixJX/45/+9dsX6NmqsYNY9ZGIiH7gJHWVj/zP/8+PiegHkVTt+pBwbqFQSxfFrY8sFArtPL9tSEsrmmlWt8Cs7ICpaUq9PhEA3XSwfadR+Cu/69w9Nu327M0f7G5v7RxTbutOuG7GGHSAldW01otelIb2pvMMQDAQAAMAx+HmRy+/+yBENEX0T80GzzcokNgp3noXN4vlRTiHRuVGzzoSBkh+947TygrhL6jAMDUqLUMfsrLFGFbd+BcR8THRuWYvq5xc97GlVqNzM7VfBrUnBOhn4+Fvf6fxX7oLV5+buPpcK3O1PjJwj0/e+UH99IDxyy+8dPmF4ndH+e+t1MlTHoKqj9ANrYe+OsWQov4IV8V9bI1yzaamsJlsrZxo6Kpex017J797Z2OnYYPgg93i/sNizcPwZOT6DbqzsXN8vLN7EBn+rXYDz9QUQVtPoBsuDCQEwKBv2c4/0WiU5uYWZ2MLTXYaGFLIORes2iTVO6HQ43/+hzdv/Quy/9fHP//fHFXce+X3/vvb7GXK/G9Phv5wh8arR3pnReUjW9LmqdJ7WjH6dfPRBNHX6gwrNkMKc00KJHZAac92vZUpAJ/TjW8dvnlIU89MfPvpsvytw7872SeiiUvFbcutjwzC4eZHf3r7QeiR8e++5GvY7vdI+Mnx8pHXqyb5Wf7nRKHiSGjdwbYX/cJGQwDw81qNAsCQGoKqj9A1AQYe2ouo2cn60S9fB0xOTCzHF1iyNldXFKdHZa2ul9AtvY+b9kz+YHvbub6iselpyuVqxsEO9nNERNOPlV+AhSOPTe9s5Si3f4AAWNe0WfRiL5Vaz2im+7FkKqw0U5A6c2QAnYMAGPQjOyktKdqbN79KTsVa0zRJU5RBSrj1ToCsfyT6F7XHPPqfXCYi+sf/d4eI6KjlkUF78J720cvvkhv9WrhI+3WH/tL558lw9ytsGKtKK/u9AVxu/4b9n50cPh0uRZqO8q++dUpEU79/aaLtkUGY+P3w79w+2r93tP7Bwy/UCiRPXb08UTGS6PfKhtxfv/0g5BsJrckfbG84dTkQ/QIYaF4qVmbPprrnhaVCiTVVP5ad5TiuwaxNJgSA/jcEVR9huNnJpeJFLyfqa2rZX6NSE8tSA0xGVvmF2TpdL6HbehY37aH8wYe5Y6Kx6Svz8xHavVO7CGI+nycimp6qyuadnJqmXK44ALqhzaIXPM/LpNpGcklwPp40QZIuLXbq6AA64zO9PgCASnYyyio1Nz2ZmiKw0aTd9UM6s0KhsPZvJoho8n/860KV7y0SEV34Nz91vm19ZGPtHeKD2990o1/zX380sXCx4eD77q+l2/UPbUOKeqUeEP+C1lz9YniKiA7zr/7wxM1dPDr5i5X8PhFNhF/wJXu1PjII45f/q0eoQLT92kevfvDAue3w6JNX3bvDX/Leht5I36MPjz559Zv7b1eMhObyu3fc6Nf0NUS/AAZPZs8unQDyMZGInG5cdR/hFTssq5xcfGiNxzJy2lF78dDXPQxnIgB9azz87e9M/dV3GuRpXbj63MS3vzP1V9+Z+qvvTH37Gw1iWq2PDNzjk3d+EEm1PhINwIaEb8+nnlYr9mJ4f4YqW1Uy8nLdP20AHReevnLtxvXGpeXv5xvWRyQ6zt8P9KAgaAwvp60E53zTegcxgH6BDDDoM749Tw7Lsoj8qf0KGx2k8tZucsk7H5w8HymvF7/763eIiD47Md7uyMA8uP3Nj350j0J0cf7rj9ZMRilz9ODA+eJzZ39K2zYsq+yWx4jIMIwaY/f2UtlsppRsTeS0rD/7s8NIGQ+/8MyJ/Nbp/t1P5buflm6fuPTirfDE2UYG4eLNl6Z+8c39t+892H7tI19wa+y/I6KX/esXxZHOd1/Z9QoVhCj8jZc7udIxbPXrvar0Y9PXrs/XbyMCI85OSqvZVgfPxmIzxLIsg7Zh3WEqLKsQEceJi4uxhXhC1BSNTGUpuVAzYOUrE7W44L+/1Mmr7mNrsUurkmhFCgAAnWCkin+5KkJcRP74V/mfNSL/n7b1TVtGDhh0UTgy37x4oZvfNRausZP6cniM6JjyecbrgwJ9qtQwF2DgIAAG/aW0u5ZLEFlE5KwsMbLKL8SkJUEziUxNiNLAxMCuPn6J7p7Q3fzGFy/5tiKebugnRERf+K2r7Y8MxnuaG/368suP3mwltvbxg58ThYjoHIE4a1Uoa9s7/frfE5EgCK08mEtYA/Jbh/4w8fRE8uH8bT3/jpvYdeGpZ8I3n65R0rD1kYG4/MJLj3Kbn/z4/fzP71GIiOjilHNP5Zvr8gsvPcrt0D+Wbrk49eR4XOxY8cOBqbbRhoNtN/qFwofQmJXVtNY3NJaGDlKF5sFnmpppaorifa+w0kxZzxPbTq4ulWoJiMsVK4F8PMFpirupKrTOJdaaRMFsI1nchkVEXGINS4sAABA8r9JujRCXL6+5VkNsdpZz2liaWYsIf6UAoBMQAYPBhQAY9BVfdZllmb7/tbI7GV5NW259a1MTorNWy9t2eyoSfnbi5M3D0zdXPp1YfujqONHRycYbn755SEQXnv3ipbOMDMDRJz8uVj5sKfpFdPj3DwI9gnZgdRHOaCISfj4Sfj7QkYG4+MTC5BMLvlyk37339/VGEv0NEbVYCScQw1S/Pr/7oVv5ENEv6BBTUwRtPTEgZyUDhlcLBZVs27aszVRqPZMxm151W6ul6FfNnTOMnNazUcEZZDZfK7RS/gkR/gIAgI5oGOLyomM1y/AyM3NOAAwAoHPwUQMDCwEw6CveOZ8Y44m+Xz2AkdMWuTGwqi2//erCjVsP3Vv59B06eWXlxH/HU39cUZ6+9ZHn9t5bR0461/Zru9sV9/05fZ6IvvnJ4UsP+7NMfnkYQACMjet6zPf91w6IiHRdrzce5aUA4BwOdnecivO5rTdq92T+37/E/M8/Rr0NoOq/UE3spVLrpSq9g3NWMogYhmEYmedl59vW4mGcqK9VNlAp4tW0FfPndbWi0YT94OjkL97Iv3N4SkREF6a+cGnxi+HaLYuOTjb+Op++e7pPRERTE5cWb4Wvjgfb8LLs+e7ffuvob9994D7fI+EvXa898PCDg9V/SUREX9mNPXJxPja5+PjFTmU8AwAMkFIBRJThBQAAaBMCYDBwGDmtZ0OCRkQDkwY2fun573z2yR/+ar1sraFWI+XWR57Pg18eBjxjixiGL49n/eXHRMTzWDIEgA5wC84DtKLqL1RjPM/LpNpGcklwmkNpghRDCKwbKuJhFdhYQo8t8M0iVQwvq7ystvB0LU7YU4c/OZTfOvXdcLp/N//K3ZOn/nji+Uj50N1P/+x7J/u+G/YPT15ZOZl6ZuLbT3cgBnb4wcGfvpb3pwLv38t/i+jrlQMfvKd99PK7FHK2YRGR0ynzkfHvlu/HAgAYRcWdwjWrI/rywwBg2Ni2YVlnfCw+GQBcCIDBIOJVK5Fx08DaaWDeQePhb3+ncXGtC1efm7j6XCtztT7y7C7efClys96d+/Q1IqpabnhCjNx5d7eNzfEAAN0Sjly/FWn5Zr/QV77SmUOC0cDwpdx00laScb4PTkpGGxP0ryDwCQO3+6kb/Zq49KK7a+r0/Z/86pW3Tt/53uEjy/4qAid/4US//CN/ePjKXdp/61cbvxd0vQHyol+PjH/jTx5+Ypzo6P7t1/d/5Nx7VOp8ebh58PK7FKKL80T/DxH9IPLdDz5Zfe1o/97RV7WLKfFysMcFAWux3HHrVZEDLMUMMDi8Rl6ZPZvKd10YKbfzaK3qiOSrpDNICWKGFBJa771ah6iX9h4FPiEEJRwOEx3Xvu9+/tgZgoocdVirwvlf2AFBrB0G1md6fQAAfuws53yhpYyGAxk5rYtE5NQcMvCnEgAAAHqDWVh0T1/M7Fk3aAKc1emGfkJENBFOfsOrGXDh6tMTyWcuEJ2++de+qtq7v36HiOjSi/6Rz008O0GVI4Pw4HYqT0T0yPh3X3r4Cef5xi/ffGnqD5z7f+bV1r6/fvtBiGjq5uQLxZsmHn848fVwgYjezb8X7HFBgEKhUM+bfQIMC2Zmzvmi6myicQMwX3ysXoAMoLcuh8eI6Dh/v96AsTC2ugwArxYrwMBBBhj0FWZhkVNMk4i0lPGNxmNLaWCawJJuITMJAADgzFpIl2t75Kgonb5Ub9qGnjGk6EqGiGhuOR3Ibu7AJwzGb+4dEhE9JYQrUvcnng4/9dan79z99fvPXbpKRETvf3BCRPSF37paNvDC1d+/8ObhKX18ekgUXLnBo/t/e49CdPHLf1JRVODyItG/J6L37x8uXJwgog/ybxOFKPylhYu07xv4uYu/Q7RPD355RE8EXQ0cghRgwhbCaTDK+JhImkZVGeXGqlNruU78y06uFONfdQJk/YlXLZ2WhHa6cXZ5QgiMmwKW2z+Yn5wsu+dgP+cNgJra7FJcZ5IgckO9jyKAwYMAGPQXXwRMoJtfbTJYTuvZqKA5MbB+yQkGAACA0cLMzDlVi8ysRYQAWL8wTZOIaK5/JwzA0ekviIguPPJw9X2ffWSC6PDk3d2HrnY/Zn34s/zPiUKPhJ+sil1NOAEwr9r245N3fjBZOQgAoF/lD7a3P8wdOxXdxsampx6LRCaDWL73ImCmwkaz+lqcJbJWl4rlz2qFt2xDYotr0lwiPkDxLyJieDVtzbp1pIlLnLu/e+ATQlAmp6Ypl6Pch7uRyUjpzZLf/TBHRDQ9hdOAutrsUtwhtiF5H0Uk9vRQAM4CATDoM4y8llhnfdsKDKIGZ3G8mtYpik0+AAAAAAA1/OKTU6ILRHT18Ut094R8OWFERHT6/s9OiYg+dyG49C+iXx4+ICKauHjmSd0QGl38PNK/oN+g7dnoyu/e2djxNzM6Ps4db+X2p69dnz//Ej6v6qLmLDKblXt8Rd2ffGzbxuZmal0prYRwibVBjPYwXi9VU2GlmfM34Ap8wqDkD3Z3P9z3BU4fm49Mjk7e02Tkylhu5/h4Z2M7fGN+MkyUP9jd3to5JqKxKxHEv7rItg2r1aLte3upbDaT0Uzfmquoq/Tf/k1HDg2gYxAAg77DyGlrxre3oBleTVsxacAz3avOo6uNXblxPTIyp0cAAAAA0KrTe58QVcaJ3OqIJZHwsxMnbx6evPItevGW0wbs9P0f/urNQyK68OwXLwV4QA9+eUhENDXxz4kevLf5yY/fz//8HoWIph4Jf+l684e/t3nw8u0HIaL5r08+EeBxAZwTijSOtoNt96p9bPra/PxkmLxV/NzWnXAQ1+u8Wqixw5cTE2vlgRxrVVA0/wB9cJOdGDmtZ0OCRqQJUiyAiFXgE57fwfadrVxF4HRrIzdKizzhyPy1/MZWjnJbGzn/HdPXRub/oE9Yq0LL661VuISl8rQT5PEAdMNnen0AADUwvJouuDsSWqlU64zXRY7r6GEBwKgKNdPisIrxADAkvO703GwQFfYBWjd+KTpBRPSO09/Lb/fX71TedOHGNyZe/MIFOjx5ZWX/j762/0dfO3zl7ilNXHpxeeJGoHlW//EX9yhENPmf0e1vfvTy7fz+PXL+9u3fy3+r6aO/8tG3bj8I0cUvfz3ywuNBHhZAMArB6fWPAm0olmsbu3Lj+nyx5mF4MnL9xpUxouOd3YNAnoZX0wXL0hOiI6FbVlqtH93iOFG3+qk15Vnwqu4UVdNWknZfTnguB9tO9Gts+tqNW7du3bp168a1aSKi453t3XyPD657wpPzt25cmx4bK94wNjZ97catAFInoRs4MaFbhcGNtMOIQwZYU7ZtE1n+/FCWZYmYPqjBOuSYsn9aGM+raV7t1NF0WDhy/VbN5gzF1LCxK/PYFXNegV9h4pJ1FCBYVa1G/Y75QPoeAAwqe3Pd3ak9N4PzQ+iyCzeES29+74TufvpHH5++eCvs5nX9JL/+VlVIjOhw9+Tdj0+rbv3Nu5+cXh2/EPzRbb/2EdHFP7g5vrhweYKIju7ffn3/R859HxDVC249cnHq3oN9evDvXvvoFzcnX1i4GPyRAQC0637+mIho+rHKK/Nw5LHpna1cbv9gfjKYxXyG4eWGMS12VkzosRmW54fkxIOPJzhNMclUVo3GP3qvJjy7g32nz5WvTGZ4cv7GlfzGzvHxzu5BZGhCQHXXtUojJuevT8536XCGhJ2UVrOtDp6NxWaIZdlGS9ZsXNdjbRxAk+kABgICYLXZtrG5uqI0K6rHiYnl+EI/9COE4ZTf3XZrIiP8BdBLAQY7Bzyilj/Y3tgqK1rh1O+YvobNezC6jNVi79Ja7ekBOi3y0Itf+M0rd0/pMP/KSmkn+dQzDz37s0/f9FdB3P1U/t4JEU194aEXnrs0QUR0+v5PfvXKW6fvfO/wF89MfPvpDsTA5r/+aCmLa/zyzZcedSvnpD45fPzh2h3CXno0QXT4wcGfvpbfvv3RAT2aQAwMAHotn88TEY2FL1ffdzk8RnQcYASsGUZW5a48Udcw8loiu5oloj2D+ADOpwKf8KyK8a+p8pdGeHJqbOf4mPL5PGEvIdRnZTWt9YqFpaGcmFiOyzVC5AyDVWwYPSiBWMU2pGiIZYWm0S8iMjVFYNlQVOqDpGowpKhDMnp9KEE52K0Mf7VeWg112AAgcF70a+yKW7/jxrUrY0REua07I1S/A6DENqSoV0Yf8S/okavPTST/OPyUF0yauPTsH098++nPlo863dBPiIi+8NC33egXEV24+vRE8pkLRLT/1q82jgI/tEfGFyvTvC7edP69l3+34fNNPD75b29eLBDt3/7kvcAPDAAgeG6MDM6EkVVVVVVVDupsKvAJAQaIqSkCG8VqNQARIQOskiFVtBvlOG5ubq56YCajmd44U1PYTFYf9LLLg890fic1fl8D6WDbWWh2SiwgWAUAPebvexDxtT24ln9jK0fH+wf5SBi7F2GA2bbhL3nd0N5eKpstOxskEnWcCULvTETCz0fCz5fddnLvkIjotx++QER0dJI+JKILz37xUuVjnw4/9dan79DpvU+IAuoE9s9/+xEq3KPQxMXaOV6tmfj98O/cPtqnB788oieCOTAAgPM5zt8nqjzldasjAlSbnJqmXI4q8wPzB/vHRERhXEBBQ21WLNxLpdZLlyimwkozBVyiACAA5mdIpegXl9DXauWKelQiso3kkuBUvTE1QYrhUwUCU1ppjvhOklCHDQB6xb1Iqy7JOhm5MpbbOUYEDAadtSoIrRcYqcAlLJwFQp85Ov0FEdGFRx5uOvSzj0wQHdIvPjklCqYK4sXPTxDdC2QqAIC+UCxZV6PQoVvk7nwC7/QDfcK9WMpt3aFrbuvk/MF2sdtFBGXkoaE2KxbyPC+T6lutxmI1ACEA5mcnV7wKNnprnw4ML6cLM1LIWS7RVpJxXsbpBwTBrX5Yo8MuAEAvFONfU9U16pu3OwYYYnUL7AN0xenGtw7fPKSpqg5eh393sk9EE5euNk/q+k1ZrlggPj9xkegBvZt/T7xcJ3nr4ufHiYgONz/609sPQo+Mf/elqpZgHz/4OVGoOBIAoJfCkcemd7ZylNt6I3/l2nzEjWTs7n64E0D8K/hOP9AvwpHrN8Lb21u53NaG76UyNl2MhwEEjOHltEVRVjEJi9UAhACYj725Xmxg3l4FG17VRU3QiMhc37RlfKhAANwtZNgOBAD9wq3sgiIdMLzaLDCCfdfd0E5dykp7mW5M2HsXJj5HdEj7Pzs5fDpcih8d5V9965SIpn6/2O5r/FJ0Ir9/ePrmX5/ceK68CuLur98hai1XrGUTC+N/cHt/m/I/3nz4iYWLvnse3Haqhz0ZdgJjbp3De0frHzz8wr+kspGpPBHRIxc/H9yBQdfkd+9s7NQsC+cvpgwwSCbnr03nt3LHdLyztbHj3Tx25dqV/a3aL/fOMzVF0NYTVno416K8P9yDfN6VPzjYr66SeZzfv5+fxMUVdAizsMgppklEZtYiGtA3D0AwEADzWNli/KvtBuZ8THT23+BDBQJRLH+I9C8A6BduT++x8GV3p+t+7viYiGhsbPqx+Qgu3WAItFlgBLrhXHUpuzJhH7j6xfDU3fz+Yf7VH1544blLE0R0dPIXK/l9IpoIv1BKC7twQ7j05vdO6O6nf0ani18MXx0notP3f5Jff+uEiOgL4RuB5lldXrx58e3bD/Zvf6QcTsXFyxNEdHT/9uv7P7pOzxPRM5fdgeMPf+nJo5ffpe3XPqI/Lz766P6rr++/fY9CdPHLf1KVGQaDoC+aIgVYQB6AiGhy/vqNqd3dD3dyzut7bPrKY5HIJO3un3vq0ev0Y9s2EVHtsJZtJFdXFM2suJnjxOU1dbDy3Q62N7ZyVJbxlT/Y3d7aOc5tbeSxIQA6pRQBy+zZNFjvGoCAIQAG0HeK3VCnp5D+BQB9wksAo4r93MfHua2NHPZyAwD0ynj4hWdO5LdO9+9+Kt/9tHT7xKUXb4XLIkeRh5LP/EZ+63T/bv6Vu/mySSbCyYq0sPObWHj0fzn86OV3H+y/u//Vd0u3u21ofdG2J8RH/4fDj35078E20eeJ6Cu7MXfkxfmvP3oT9Q8HkrN1BicIMHzCk5H5ych82W0HAZRKGLVOP4bEOltSqluQ2Ia0JFTFvoiIyDQ1gdU4UU8Pyo/qbW++dn3eW+AJT0au36A7GzvHxzvbu5P4mISOYGbmiJACBkAIgPmws5zzwdB+ZNxIuTtJuVm2A0cGIwbxLwDoW7mtDW+rq9v2YHtr55iOdza2w7fm8akFAIFqty5l7Ul85+eBT9gfJp6eSD6cv63n3zl0brjw1DPhm09fqs6bmnh6Ivl7J7ffyL9zeOrcMjVxKSqEb0SC6/7l94T46L995v7660dv33sQIiK6OPVk+EtE/1g58OLNlx598oNPVon+qXjL1JPj8WcuTyD6NaicrTOjXTrZrQI5fQ2nSMPOXyqhu4ax048XGSMiIo4T5+acLzNexpupCSGqipv1pWIf5eruFsWecsf5+05lYAAA6BAEwDylyLiylFxoo3yynVwp/nGemxn4cw3oPTfPAvEvAOhLdXYvUu7D3cgkdi8CQJACr0s5vIUuJyLh5yPh51sZOX7p+W9camVkMCbGL7/w0uUX/Dft0N/UGHhx4vHJxD59jYh+EEl15+Cgc9wEsO7HA/pHfne7V02hoDPciGZ1XmMxxjE12ZMz4eHq9GNIXvSLE/WKaoeDnPFWw+XwGNEx5fN56s1LBwBgI9wAOgAAIABJREFURHym1wfQR/h4gnO+MhU2mjTsFh5jG0l3rw0RcYn4QP/xhf5wsO8kyCP+BQB9qM7uRSKi4/2DfI1HAAAAwMi5nz/uXTygHyD8NYTchMbKU97i77p3r3dmYdFdy8rstbKO1c+8+kok6unqXl8ML6et4sqdtpL0/7iGFDo/yejCD1l0P4DKmQD12XsZ5wuUK4ORhwwwH0ZeS6y74SxTEViFiBPFudlYbKZy6F4qlS2lXxMREZdYG/xcc+i93lVPAIAzyB9sb3+YO3a7YI9NPzYfmRzKSxh3g2LtC7TinQAAAABU3NMXJjrYvlM6USrVUB52CH8Np8nIlbHczvHxzvZ2eH7eLQe+7XTHHbsy37tKCMPT6cdbsCcxVm9/OSMvi4qgEZG5vmnLfb4OF56cGts5Pj7e2T2IVNRCdfc+Y+0HOsTeXHcXrVGuDEYeAmBlGDltzfi7bZqaZpKmNXwQ1crMhrOxbcOyit/8LhERGUaLW3C8M6XBhk1AAAMjf7C9sZXz3XB8nNvayA1nu/dwOIwYFwAAALTC3dOX29koO1HK7Wzl9stqKQ+pg92dY6Lp6elcLtd8NAyOcGT+yv7GjnPO77t9bPpaD8Nfw8TKuotx9eNfRMTHRGedrizgx6uWTr7lvD5RbPWV27pD/j7Kux/uOLV/HsNLBzrCWFVaeTsBjAQEwCoxvJouxI3k6orSyt9NTkwsx2XEvoJirQqldqc/v/lVIhIEoYcH1HVIAAMYFPnd7a0cORe8xR2gu9tbO8fHOxvb4eFrdu5meeX2D+YnK382RO4BoDPspLSabXXwbCw2QyzLMg26fAU+IQDU4p4ZENHYlWvzxQXf7e2t3PFxbutOeBj3CpUcbG/liKavzU/tI/41dMKR6zfCu7sf7uTc1/gIJTb2P4ZX09ZssU0Jl7DSfZEeNjl/40p+Y+f4OLezldspu2vsyo2hu2qEfmAb0pK3uIr4FwACYLUxvKzyskpk27ZlWU7Jw+KdTklEXAxDR5xjGTl/sLv74X6xwshQ12ID6APO1l4au+JGv4goPBm5fi3/xlaudpRowHmbFz/cjUyWrVrldz9E60IA6AgrqzUvxeApDa27RS3wCQGgBndPH01f8+0ICk/OX78RvrOxU7MW2PBwwl9jVyKTdH+/1wcDnRCejMxPRuZ7fRh+w9Ppx8vtyuzZVPevrt2g/A8jpy2KsopJpsJKMwW1H5b+w5HrNyYPdkuV82lsbHoKkVNoRVmhrCb29lLZyn49ot4XbwKA3kIArDGGYRiGIeJ5fF50BRvX9Zj33fc3iUjX9XYnGfBzvrPI797ZqCgzP8y12AB6zy3ZXlWyws2TyufzNHTXM17bg407+YqsN3IXegAA+oKpKYK2HuDW78AnBBhq4cj1W5Had7jbaYZwq5CjGP6aj4SJ7vf6aGBEDHinn8yebfPF7eXFCFjD9l5eocTaAT9GTuvZkKARaYIU648QGIXDk/PXJ/sqbgqDoaxQVru4hNUfbwCAHkMADPoKw/ClvLr972/SyAUfJ+dv3Wr7pMhrvDt9rZjzlc/v7m7v5Ia1Fhu0qFAo9PmEg+tM79VBF45cv5a/41QvKut7QGPT1xBrB4DglW+NamovlVov7XqttfU78AkBoD3DvFWoIvwF0CWD3unHVFhWISKOExcXYwvxhKgpGpnKUnKh5rYTQyqGA7jFhTohMl7VRU3QiLSVZJzH5hUYPSheAOCHABjAwCtmovj7SYfDkfl5ym/sHNeoVwYAnZI/2B/ubliT89dvRPz1O1C+AwA6qGxrVHM8z8uk2kZySXAWA6u2fgc+IQBAEcJf0H3D1OnHNDXT1BTF+75q24ltJ1eXFK1Y3U1cbhDZ4uMJTlNMMpVVQ8YfbhhcbW7eQsMegFoQAAMYdMX4V1X3nWKJkeP8fSJchQF0Wqka4PS1YU67RP0OAOhvDO/1/whm63fgEwLAEHJ6oiL8BWc2ap1+eLVQUMm2bcvaTKXWMxnT/9PUZK2Wol9NS7sx8loiu5oloj2DRquuEAyVNjdvAUAtCIAFwpBCzqYbUQ90T2goFApuMhhWI1mJDaCvHGy/sVWsCDh25dp1NMMCAOgtZmGRU0yTiMysRXT+dYPAJ+xTrV99tDgSxZNHktueuFYzYjdXfmxq2HLH87vbO8c1usMCtGw0O/0wDMMwMs/LzretxcM4UV9Tm9d2Y2RVDe5IAQBgYCEABn3FTkqr2eI336ALRCRJUp3Bs7HYDLJ7G8nn870+BIBRMTY2RnR8fEzHO1t38lfmsfsXAKCXSgGrzJ5NAXRACHzCfoONdxCc8OTU2M7x8fHO7kGkPCn+YHdnKONfxfDXUNcAgD41XJ1+KuJhFdhYQo8t8MPywwIAQJcgANbXRm/LpJXVNG/T0zdufpWIfDdUKt0zXCd9QSk2I6oujggAgZqcv+W+y/IH2xtbudzORp6qNz0DAEDXMDNzREFmbAU+YV8K8OoDEbVR5kbAKLd1h67Nz0+GiSif393d3nFKtw9bmlTxsiu39Uauxt3OzbUS4gB80OmnKQYliAEA4AwQAAsEr1pWnIhoxE4/+oepKYK2nrDSOB/yuPsQaewKqrEBdE14cv7GlfzGTq1NzwAAAAAjIRy5fi1/Zyt3fJzb2iiPCU1fu4ETJIAa0OkHAACgIxAAC8io7bzplPJNT9/fJCJd1+sO30ul1kuNX02FlWYCbcI2wA62i+EvFGID6K7ipud8Pk9DVt8HAAAAoDWT89dvTO3ufrifOz52bhkbm37MTQcbMuHI9VuRGre7XWKnr91CzA8gSIYUXckQEc0tpwNZAQp8QgAA6CMIgEFfKdv0tP/9TSLi+fqnHzzPy6TaRnJJUEwiIk2QYgiBUX73zlYO4S8AAAAYWfZexvmCm2X7c0KAoReejMxPRuZ7fRgAMHxMZx/0XP9OCAAAfeMzvT4AgHNjeDltJTjnG20laZ9hjkKhMCwd1w6272y4yV8oMw/QKfndO2+88cYbd3bz1ffdzx8TEYXDeP8BAPSKvbnulgiYmwmkTkPgEwIAAAAAAECnIQOsKdu2iSzLKt3CsixqHvYbZmGRU8yhb0zeTP5ge2MrR4ToVx22bTjvZZatW2C9OIbl+VF9HUEL3DqHNTp95Xc/dN6E4cu9OTQAACBjVXHDVWIskNIAgU8IAAAAAAAAHYcAWG22bWyuriia2XgYJyaW4wvoVNoPShGwzJ5NIxm5yO+6qV9Oa2lEv2qwVgVBIyIS9YJa50XijSEuYaXlUXwpQSvCkcemd7ZylNu6Q9eK/SzyB9vbqD8KANBbtiEtuX/KgwlXBT4hAIyGyflbt1ABEgAAAKCnEACr4lziNol8uUxNETSFODGxpmKdvMeYmTmi0U0B86JfY9PXrqPJcjBMhY1m9TV1JOOp0Nzk/I0r+Y2d4+Pc1kau7J6x6WvIwAQACICXut2Cvb1UNpvJaKbvNF7UK1rDBj4hAAAAAAAA9C8EwMoZUrQ8+MVx3NxcjTaYZRfDpqawmayexgUx9MjB9ii3/bLts7R9K3tU3ZKmpiawGpfQ12REwaBaOHL9xuTB7vaHueNj55axsenH5iOT6P4FABCIUlr2GXAJq+rkPPAJAQAAAAAAoH8hAOZnSKXoV9Mlb5WIbCO5JDgNAUxNkGIFXBRDDxRbDo1m0okhsWdYydIE1v8gUa/x5uVEkTTNJDIVgV0XE8txRMGgSjg8OX99EsVtAAD6CRf0X+3AJwQAAAAAAIAuQACsxE6ueMX9a62G18DwcrowI4Wc9XdtJRnnUQmxV+y9jPMFN8v29ki67WDX6fxFua03cjVHjGZi2LnNxVQ1PistKZrp1jtd58RlVEQEAADoFjau67F2xrNs3azuzkw4qg6239jK4QwTAAAAAAD6HAJgHntz3c3+arO4P6/qoiZoRGSub9oyImC9Ufr9zc2M1q8gn8/3+hB6io/rYsaXuymKNWqWFnm1SzlO9Nc2rRs0ZWQ1vRAr9gU0nYqInLi8FuexHAYAANBhDBPw39vAJxxNB9tbtTddAQAAAAAA9BUEwDxWthj/irVbx5CPiaRpRGRmLSJcVPeCsaqc+fc34MKR67civT6IXmJ4NW3FitVITS0zp9fN0jIkTTCJiOaW1Zbj3O4TrK4oTpjNCYMRx4mLKIcEAAAAo+Vg+w7CXzAwbNuwLEI2JwAAAMDIQgAMBp9tSEteF6iRi38BkVuNdCEpLSmaaWoCmxETa2qQ2ZgML6u8HDekpRU3h4xMUzMFTSEnEhZbYLGlHAAAAIZafvfOhlt6G6B/2LZNleEt2yhtXytCNz+APlIMT59Fsf9FZycEAIAhgQCYh53liEwiyuzZ1N5ZsZFyoy8j130qcGWnLL9LRESGYdQeu7eXyma9knaONstXwlDxlSs0NYXV1hP6WrBXuAyvpnm18nLai4QREXEcR3Nzc7P0+GKATwwAAADQU/mD7e2t3DER0dj0NOVyiINBz1WclXOlLXCGxHobJEucpr6insYlI0DvWatCjbdpP00IAABDAgEwDzMz5wTATGUpuZBuPXnETq4U/8iOWvep4JWdsvz85leJSBCEFh/MJSxcy4w6fz1EUxHYdbF+PcSzP4es8rJq28Zm1b5SMk2TTNMUp18P9DkBAAAAeih/8GHumGhs+sr8fIR276AIIvSanYyyStmJuKkpbIastGxJ3iWl1/g3o7ln7aYmRGetNi73AQAAAGCQIQBWwscTnOZ0EVLYKLWUO2Ibxc5DRMQl4gi/9AaqWYBPx+shuk/jBsLItg1rM5VaL89GBAAAABgi4ekrj0Uik2Eiyvf6WAAMyRf94jjO2YZGZCpLUpac8BeX8Me51LghLQnaWXa8QrAKhUKvDwH6ARvX9di5J/EVYQp8QgAAGBIIgPkw8lpi3T2RNhWBVYg4UZybjcVmKofupVKVxfe4xBrOoc+t/JTl+5tEpOt6g/HoZgy11a6H2JmnYnhG5nmZVCKnBwER/eFPO/JcAAAAAD0QjszP9/oYAIp8NVhE3SqWe3BywkxNc++oCHExvLqWyDiX++b6pi3j6h2glxgm4CbagU8IAABDAgGwMoyctmaKG8OIiExNM0lrWkaY60CZtdFUdsqy//1NIuJ55NXB2Tj1EJ13tFMPUezCk7qv4J9+3PnnAgAAAAAYNfbmunu9Luq+q3D/ftbaxVkYeVlUBI0QAQMAAAAYGZ/p9QH0HYZX0wVLT4hcS8M5MaFbhTSiXwD9ieHVtKUnOCI3oA0AAAAw8AqFAsqIwaiyssX4V6w8ysUsLLpX8fWac/Mxd0OcmbU6dXgAAAAA0EeQAVZTsbcP2bZtWZZT8rB4p1MSEbX3AAaFvylY89HsrOhkis2i/DcAAAAAwMBgZuaIsOMNAAAAADwIgDXGMAzDMCjDBzDwnKZgyVUnlt0guMXIqtq1owIAAACA4RB4Th6S/JrJ7NlUXoqFneU4ruY9Dnsv06VjA4DG7KS0mm0+zDEbi80024Ye+IQAADAkEAADgJHB8LI6SrHsYgprQGf2tm1YFgU2HQAAAABA+/iY6PTpru7kxcjptFz/kb7uYbFRuioA6ENWVtO0lkeXhnJiYjku1whwBz4hAAAMCfQAAwAIiiFFHVJ3ns+2DSkaDYUko/xmIylFQ6EQy7KCIAiCwLJsKBSKSknDrjeRbdt2vTu96YSy6aJSvekAAAAAADql1MlLWUq2fj5qG6uKG//iUOwcYECZmiKw0Tbe+V2fEAAA+gwywABgaNhGcjW1nskQ0dzc4mxsock+LkMKCRoRkagXAkoNM02TiGhu+suBTNeA7WtqNld2e5RVarY+MDVF0NZFfU2t+G8xJLbe/4NtSEtC7dZppqkJrMaJenqk0uoAAAAAoMf4eILTFJOITIUNrXOJtbTc8LTfNpKrK14/YC6x1ng4AHQcG9f1WOvD91Kp9Yxmum9iU2GlmYpr18AnBACAIYEAGAAMA384iMgJRGmKMqzlDOpFuSpu50TRjY1lNPc/x9QEllqN93mRMWc2TpwrTuddKpiaEGp5PgAAAACA82PktJ6Nutu0TDNrETU84bdSpSsFhL8A+gHD8O2U1ed5XibVNpJLgnPBqwlSrOwyNPAJAQBgSKAEIgAMPDsZZZWaaUpDWs6gVL6FuIRueafpZbdbhUJaLUoXLD3BufdpKy39jxiSF/3iRN0qpH3Tlc8nVNRgBAAAAADoKF5NW3pC5JqP9OFE3WqSLAYA/Yvh5bRVvA5t8bK2uxMCAED/QQAMAAacnVwqhX3EhG45StfDpsJGhypCY6TcwBSXsNK+/DbvdhL1qit7hpfTutcuYbX5/0fZbJVVE/v3UqFQKBQKhV4fBQAAAAB0GsPLarpQKDRP2mBjCV23CoUaJ7UAMFiYhcXihX7W6ssJAQCgvyAABgCDzd5c96r5W2lV5hkHL6tpS3eDYKYmDE8MrBT/Wlxgat6eiNdeBODjxYhVZq9ZwMrey7hfibF6SwqMvFwMqa1v9ksEDAAAAACgDMPLPEJfAMOhFLBqflXbmwkBAKCvIAAGAAOtFP8Sl6vKmTC86mUpmZowbLUQ52ZqX8bXu52ImXGbeDXf22Zli/+vdeNfRMTHihEwbJYDAAAYEeHI9Vu3bt26Hgn3+kgAAGD0tHFV26MJAQCgnyAABgADrWmchilV6jMVdmjSwGpgZ9vrgQAAAAAAAAAAAAAwtBAAA/DYtm0Yhm0PV5YQEDGl7lfDkAbmBbq0VFk4z9u3Vr9wQ6lK4izb5Fm83K6GZSBKhRIBAAAAAAAAAAAA+ggCYDBCbKPIrrxDioZCIZZlBUFgWTYUCkWlgQ+TgB+vltLAlgb8d1sqUa4JZRltxRZfprJaM9HNTq7U7h5WlNnzhX+LEbCG7b28BLzmETUAAAAAAACA8/F2YQZ1ERr4hAAA0E8QAIOR4ES4WKGIDYW8PCBDirKCZlY8wtQUNjT4uUIjoF46VJVSGpipsFJlEHSgMPKym51FmhD1/SyMvOaEwGokutmGtKQUo1W1419kKiwbCoVC0aiUTBpsPCE6t9YLGRqS0DiiBgAAAAAAABCYUhvw+s2vezshAAD0lX/W6wMA6Dg7GWWVygAXmQorzRRUkkrBL04U54gok9FM0z+mdmsp6A/MwiKnmCYRaSlD5Rv+snjVSmRYxSTSBJZ0K1ZrkG0b1lk733atHiCv6mLGeemamsBqHCcuLscWWJYW1nRaEhTTVNjQuiguxmIze3up9fXii5qIuMSa3Pi83jQ109QUxfu+6p1g28nVJcV774jLTWYEAAAAOJdCodDnEwIADKJB+3Q1VpUmbcB7PSEAAPQXBMBg2NlJL+2FODGxHJuhvdSKoplEmiAR5ySwcAkrXVrBV0sxM02QYgiB9TVfBEyIUmItLjP1YzGMnNazUcH59bNarSHWqiDUvKO/8GramvVCu6apmYKmVIwxNc3UKn6W8pd6ca5CQSXbti1rM5Vaz2RMsypiXMFaLUW/uISFtwgAAAAAdIchhc5/ui7quMgDGDi2IS15b/8gwlWBTwgAAP0HATAYcqXNPKWFf57nF5zQgeas4Yt6RUiAkdN61r2uap5XBL3FyGuJdScSZGoKq2UbX83yalqnaHXVy8HDyOnCgpFcXVFa+2E4MbEcl/l64UGGYRhG5nnZ+ba1eBgn6mtq3SkBAAAAAAAAKrVTeWVvL5XNlkr1EBGRqFdc9Qc+IQAADAkEwGC4ec1MK2q0MfKyqAjF7K94jfMcPp7gNMUkosyeTVjh72uMnLZmpKWWg1q8mrZi9cazcV2vWRuxHezXDs47RWsYXlZ5WSXbNqzNVCpLmUx5Gca5ubnZ2djMAt/ua7giHlaBjSX0WPuTAgAAAACcD69aOrV+6g8A/ehclVdqFSEJfEIAABgSCIDBcLOy9Yo58zGRnOpwdfqcMjNzRCYRmVmLCOv8fY7h1XQhbhubqyliWx5vSEsrWkV6E8PwDWootuwvPz7/HG1gGJ6Ru5ipyPBo+gUAAAAAPcGUVQOvVeIbAIZTk7ImfTAhAAD0GwTAAGBoMAwvt7Nvi+HVNK927ngAAAAAAKATGDltUZRVTDIVVppBRy+AwdJu5RWWZZmGO1UDnxAAAIYEAmAw3NhZzknjqqpjWCqOWKfEoTeAm20lowigDxXroOPkHgAAzqVQKPT5hAAwekqNmzVBiiEEBjBIAqq80sEJAQBgSHym1wcA0FHMzJzzhamsGv47jFWlWPjOXN+0qx9pb667A+qUSITBZ0hRh2Q0H9y/bNuuegXbRlKKhkIsKwiCIAgsy4ZCUSlp1HipVz/Q/W+RpGTzBxhSyDHY/4cAAAAAMIB4VReJiEhbSTY90QUAAACAkYMMMBhypVZfmhAlfS3OEpG1uuR0R+U4zjRNU1lKLpTXjbeTS0q97mEwREynAdic7yY7Ka1mW338bCw207P0KttIrq4oXvtvTkysqc7L2JDYGv1/TU0RtHVRT9fZHWsnpSXF103cNE3SFAVF0QEAAACgX/HxBKcpJpnKqtFWNXQAgJGBzHsAGGUIgMGw41Vd1JxggKkJrD8qwCXW1miJNU0yFTa0LiaWYzNEtJfyBxUScVxFjRYrq2nVwaN6SkO7HCeyk8W230WmprAZstKyJXnRL44T5+aIiDKa+5o2NSE6W6NPePV8vnkFbR29xQEAAACgDzHyWiK7miWiPYN4XLv1PRRpBwAAgG5CAAyGH69aOi0JWsXiPpdYkxmG1hLrzrq/qSlVSTOijkV/aFFX40SG5ItWcRxXzGUzlSUpS87rmCs7FjVuSO67oHHKoxPJW2CJiKzNYoqZqbDRbN3cMQAAAACAXmFkVe31MUA527apMrxVUb+CiLq+iRAAAABGDwJgMAoYXk1bcWNzNbWeyRDNzS3GvLNsRk5bVF75jYjK6snBSGHjuh5rffheKrWe0Uz35WMqrDTT8QbcdnKlGKsVdUt1X8pODpfp5qRVBW8ZXl1LZNxo7/qmLfvuLnW8K4+aMbLKL8TcwJmpCVFCDKwPoZwFAAAAAPSFoIu0AwAAAJwTAmAwKhiGl1VernmXrKbluG1Ym6lUlmg2FltgeVRjGFUM09Yvn+d5mVTbSC4JTg6VJkixQkf3oJbCVaKu8r5olZfOWKd0JyMvi06eY3kEzDfhclXQl+HVtDXr1EesVz8RAAAAug5lxACgvwRdpB0AAADg/D7T6wMA6BMMw/OyqqqqKvOIfkGbGF5OWwnO+UZbSdqdfDIrWwxXxcqjXMzConsIczO1X8J8THS+MLNWCxN6E5d+OlNhJeNsxw0AAADtsm276qzCNpJSNBRiWUEQBEFgWTYUikpJo6OnHwAAjVUWaefcKxNTWZKkFa9IeyGdVh3pgqWLpUGdvYQCAACAUYUAGABAIErhp7LoUlcPYWauY1PLad0NnmlCFJenAAAAHeUGuUIsy7KhUCgqeX97DYkVqmp3k6kpAhvFJpXusW3btg0/u1a08pzP4c0c6LwjzZCiDrxbAlZepL2QTqfT6ULB2URnuqletYu0Fy+h1jfxQgcAAIDgIQAGABCMUgQss9eVJ8zsVV4ksrMcx3EcV32Pw97LnP3peLWUBoYdmgAAAB1jJ6MVQS5TU9ho0iYyysqIObjSKGxS6Sy7GJh0QpNuDp7gpeKxbCgUcvPxWv1FIMmv20xHrw9j2DQo0l78iKpfpN35ChEwAAAA6AQEwGB02EZScnf8SVKy+RWkIYUc2B4IrfESsMxsJ5+mVMew6iKRkdOO2hX0fRem/mKH7GyxeGOq8Wu9lAZmKqyERRgAAIAOQBmxvmQbUjTE1sq+q2ZqisCy/ry9mhMiyQ+GSOBF2gEAAACC8c96fQAA3WAnpSX/ZaRpmqQpCicmluMyj4ZfMFj4mEiaRs4i10LL7aJtY7W4nsbNsr47mIVFTjFNItJShsrX7gNWfG7VSmRYxSTSBJZ0K3amnwBgmBUKhT6fEPoQXjbgKS8jVkyksJNRVjFNTXPvqFVGzPn7TOb6pi23enIArTGkqFAWkeI4bm6uRuXpTEYrpRaZmsJmsnparT63cn6h/ltMTWEzZKVlqyzJz3mSjFtAjkxNiM5aLZ/8AfQBZmaOCBl3AAAA0CsIgMHwq77ALDI1RdDWE7iIHGS2bVhn3Sp4nnqAPcXHE5zmLHIpbGidS6w1eQ3bRnJ1xYsBc4m1imWzUgRMiFJiLS4z9adj5LSedVaBNIHV6o4DAACAtjUoI7buntDWLyOmCBohAhY8QypFv7iEvtZw+5xKRLaRXBKc35apCVKsUBECq0zyc3bnOUl+WfKS/Hynd2rckJaco3D2P10/00+C0Dh0XmbPpvK3CDvrJLJW3+M4V5F2AAAAgCYQAINhZyeXvAtMTkwsxxdYIiJrsxgPMBU2WntrJgwCa1UQ+iUI4128cbMdfiZfEIrINLMWUcN1Liul+BZu1qoWxXzLaqamsFpWr1ypKcOraZ0qdkIDAADA+TUsI+bsVmlURszJEG96YgBtKMvJa3iC5GF4OV2YkULOOaq2kozzvpOvQJL8zhYAA+iY0gdQVQiekdNpuf4j6xRpBwAAAAgGeoDBkCudT3MJK63KPOPgZTXttUswNQEF9eHcSi+2uZnOPxuvpi09Uep73xJO1OskPDJy6Q3R8tO3+ewAAABwZl6rUeiq8py8Nh7Iq3rNrq0NkvyKJ1b1k/y8Cds4EICuKHXyaqsTYd0i7QAAAADBQAYYDDffFeZyddYLr6atWac+IgrqDyo2ruvn7kPFBnGxVbp4E2P8Tw8+DmDKJhheVnlZbWEkG0vosQW+cb87hlfThbhtbK6mqJX/EGe8IS2t+LpddIptt34dXQfToK4jAABAn0EZsT5RNyevudo5ecEk+dHNC20eDUCHBV2kHQAAACAQCIDBcGt6ycrIaYvcGJjCSjOt1TWB/sEwfB9faWOyAAAgAElEQVTENWxDWvIqMYoxnn76lz09nkoM3+r1JMPwcjtvAoZX03wrMbhzMST2/IUuWy1bBAAA0DsoIzbCmJk5IhSYhoEVdJF2AAAAgCAgAAbAyGk969ToRxoYkG0bltXi2L29VDabyZQlQLVZHgcAAACgpBQBU5aSCy2flqKMWKews5wTlaqXeVefkXK379T+lSDJD4YPr6atmD+vqxWcqK+p7b25AAAAAFqGABgAEfGq5XaVbm+tAYaQtSqcPdmIS1j9Hf4ypOhKhohobjkdyJEGPmETHCfOnbEFCpYDAQBgEKCMWH/x0rLavUqwkyvFM8qykobBJPnRf0AbMOhPARdpBwAAADgnBMBguHl7NrWUofINludLaWCmwkozFvagQXs4MbEclwfgZWM66WpnDCJ1Y8Imz6aZJicmluML/VD7EgAAIHAoI9ZfyiKSUdLXWjjfs43kkuCl5CXiZRchwST5/W07P8OwaadgQ6Xhz6IrFAp9PmFR60XaAQAAAM4OATAYbqVm0s0iYP40ME1gSbdiXTpGOBc7Ka1mWx08G4vNEMuyTIPQCRvX9XZ+902mgyDwaqEQt41Nd4O7qSmCphBxnLg4GGFHAACAdqCMWD9h5LXEOusEn0xFYBUiThTnZmOxmcqhe6lUZXHsGjHJQJL8RjoAdq6CDQAAAAAwUhAAgyHni4AJUUqsxeUGsQrfhltNYHFVNRCsrKa1/qsqDa2bscUwyCzqS0yxnoptJFdX1jXTJNPUTCcShpQwAAAYMigj1gW2bVuW1XwzEyOnrRlpSfDikaammdT8DLReTDKAJL/9Zs8N0Me8HD6WxQl8zzkfhBTUxk7fLxf7RAEAoD8gAAbDzrdn09QUVsvqhUading1rVNUaGe7LQwkU1MEbT1hoeHbwPFWBH2RMDclbHAqUQIAAAQFZcTqsg3DLZTHlgcIbcMfziIiIk5MrKn1/ycZXk0X4karaXlNz0iQ5Hce7RZsqD0JusP2jpfDJ+oFFa/oTrNtY3VpRTPnyldC7NofaA0+vWzbJiKqHdaqNx0nLuNzCwAAegsBMBh+VXs2m+DVtBVrYzz0VJsXwHup1HqpMI2psNJMw4go9DEvJQzFEQEAAMCvVoSruO/JkGptdjM1hW22N6q0CcfNmNhLpbxK3E5JxDZyHpDkd2Yo2ADQIjspLRWjUnNlt0dZpeZ6h7NPtEa03ZDYUtiy/AK6xieuN52pCazGiXoaF90AANArCIDBSHD2bNrG5mqKWtnr5+7xlJZWymr4Qx9q8wKY53mZVF9nck2QYgiBDTYURwQAACAiQ4quZIiI5pZHe6Wx9squu++JpNIyLSeKc0RU6trV6t4ohmEYhiHiG3cYDgqS/GAQuOlB53kUKuYFq16Uq+J295OQiDKa+/FoagJLjUvnlHiRMWc2TpwrTlf6bNWEUMvzAQAABAwBMBgdzip5G+N5Nc23sikTBg7Dy2mL3PN+bSUZx7LCUGhQHBHFNwAAYASYzlrjXLNxQ81OLimlCFdiOTZDeyknU1wTJOKcdVquLNdLLa0HY28UwFmUB0FaVdF4uzq1CM7BWC19Fib0Na84Rtnt5Vmvaty3UbS1q2RD8n7x1VVasfEUAAD6wWd6fQAAAD3BLCxyzldm1urtoUDQGF5W0+lCwdLF4i/Z1FL4NQMAAPQZQwqVcW4NtUcy/DN6S7tcwkqrMs/zvKymrQRHROSmN4h6RaVDRk7rovu1lvLP52MbSSka9Z42GpWSxplyXlpl20ZSkiRJkpKG0cknAoDhY6TcwBSXsNK+0vDe7dWfhM5G0eKHoams1vkwrPUsJOrp6u2GDC8XP36JtJUkPsgAAKAHkAEGUA/KyAw5ZmGRU0yTiDJ7NiE3aJiUMsAAACAQtm1srqayRDQbQy8i6GP2Xsb9Slz2r+wy8rKoCMXsr3iNU3s+nuA0pc6ZYa0ON27BZU5MrKlnrCVgFyuuVyW+VD6hpil0nmcaLnZSWs02H+aYjcVm2unNBmfDx3UxU1VftA6vNJ6vXB4R0Wwr3QqgNaX41+ICU/P2mp+E1OTDsILvIzdWb8mk9PFrrm/aMj7EAACg2xAAA6gPZWSGGzMzR2SSmwKGE/HBVy/uVWwE1pODAgAYDFiIh57gVUunqtDSOVhZd6qqxVg+JpKmERHNzdR87dY/M2xY3M3UFDZDVlUiRTOGFK37c9d+QlNT2ExWx848srKa1nq1vdJQTkwsx2WcEnYGw6tpK1asd2dqmbnKcnglhqQJzoX2sorXc6fV+cSre3tbl8n1P3L9vI9fXHcDAEAvIAAGADBYbNuwzlrNz9ui19EJu8u2jc2GcS9cYwEANIaFeOghhlfT1myxA5ejUCj07oCq2MmV8gjKgpOlYm2uOq3FiExlKbnQTgjMTtZ/0/la6hSfrvRUJtronIOpKYK2nmg/WgktYng5XVhISkuKZpqawGawWaL/sLOcE92CUeNd9bMsLpEBYMQgAAYAMFisVeEMLaa7OWFXOHEvpXrxCHEvAIB2YCEeeo+R0xaVx8DOylvbrSrdVarUVaeqlzeAK6vDVt5UzLeWz8gqP0Mh5z3SVmUvO7nkzSlWZsmU4m2iF2NmZJVfKEYJtZVknL/e2jMNKTau67HWh++lUusZb6uUqbDSDD66OoiR1fRCTFoSNNPUFFZbT+hryLvrPu/DUEsZKl96wXvpXfXrG5aqJDYtSunldjWslmj3waZJKF31i3pBxTsSAEbKZ3p9AAAAPVJnmQP6mm0bSSkaCoVYViiLfnFiQresQqGQVmVEvwAAWlS+EG8VCv5l4fKFeJlnGIbhZRX97KEDGDmti8VvjHPMM+MWLzeV1bJpSnEsMtc3a7xw7c11d0BZYbB6TcUcfLz4bjCzLafTlw5F1NOVNeK8w6jsz8PIy2Kj4x8lDMO3Q1bVdLpg6cXfFWmCdI7XGLSA4dV08X/cVAQ2Khkj/qLtPmZhsfi3uvwFX/zYqvyQLCr97a/oHlaU2bNLv00+5nwwNfxc8gol4robAAB6ARlgADCi6ixz9L82N73WmcR37RH4hB2AfK96bNu2LIsI3d0B4CwqFuLL72y4EF+zn70hhc6fUlzVhAxGBa/q4v73iYhWkjZ/1rJppVZfmhAlfS3OEpG1uuS8NDmOM02zRsVCXyy4vJVNk4VbZmGRU8zG2RQVSskVFe8sIv/brnrludRGZ32TPtfCM4Efw/sSDbWVZPzMrzFoDeoh9ljpb7X7aVgMtzPyWmKdVUzShOhsRUVQ25BK+2Jqx7/IVFhWISKOExcXYwvxhKgpWoNKsL5k8jozwtnZ9lliy2WPwjUkAAw/BMAAYDT51vwadeztQwwTcLgn8AkDV92BZoTiXrZtEH2WiAwi3yvVNpK1IoLo7g4A7QhkIb71um8ATfBx+n6CnMQE+axxUF7VRc2tS6gJrP8EgkusrdESa5pkKmxoXUwsx2aIaC/l+4ta681ARHU3THnlxMysRdTCe6FUgqDWUrAXb6v1dF5JMzNLNy80fyqoVIpXtvrrgnOqXQ+x10c1KnhVFzNCsWoxq3GcuLgcW2BZWljTaUlQTOejUFyMxWb29lLr/q7KXGKtyV9309RMU1MU7/uq8qK2nVxdKn281kqjhXOp3ai1mYo/jdh4BADDDwEwABg9tiEteWeKgxb/GnGcKC7OxmZmiMiy3Da+rRnEZr+2s2n2Z5d+Wnl7vUYpTnf3qn4iAAC1BLMQ71tF5lVLp6X6LcUAmnBfSqJIewbxZz1Dq/NC5BJrMsOQm/rg/s2seKio10xgCFLDd5b3pqx5fuoF2+CszpCxB+fG8GracoJgZCoCuy6KzR8EgeDVtDXrXTeYpmYKmlIxxtQ0U6v4LKzoeOjOVSioTvWJzVRqPZMxzWYfR9aqf3OBhSgLAAD0BgJgADDQbLv1IMjeXiqbzWQ0/6m6qONEfKCYmmbSmeprDVyz33pRrorbOVF0u51kNPcK09QElrCTDwCa6sBCPFO22FZrBQ0aa+fEppLXrGrgqap6vgkYXk1bcWNzNbWeyRDNzS3GvPxoRk5bJC1VZVFzfVCfrZR3iUY5HdJ2xh4EwwmCJZcExaSqaAt0EiOnCwu1S0fU1KSeBMMwDCPzvOx821o8jMPuvA7h416SH5H/wrAWbyGE48Q53zj8vQGA4YcAGAAMNGtVOHu7EexDg/5VKtLp4qtur1xZVuOGs65A6G0BAOd1joV4xmu0U10OCZo514kN+DEML6vFRdqKu2Q1Lcdtw9pM/f/s3T2M81p6J/inBvBs4MkHdthDlt2CAk9KJZuSClpAjyszCr0BCdgNkBisgsEWsA4KmyiRkunmATpQYGChmygpMmljgoVOZsMNCAqKBNw9xnbDwW620QTagBJ5+ClSOpL48f8l974q6ZSqSqLI83xtD0Sj2Wzajjrxc1C6ZFBO2J8YJwyROBTs2c9lYKKjoUvh+bC336cPJuPxeDSavU71plGqTDwsQ50tvVnzRaE+MbRMxNl+XB5r9C1mcCKi8YeLUzMAGBYEwABgiLo8KSlcWYtD3TuPZrNXUlW1arSt9AWlU0fm7a1SOpbaJgzmCeh/+13+9qIuTYpu77zDi8HoxvkpAAC3bcQr8dGIGdYMITBoI0XRFfvqNovXi/uH5nvwxR/yJfPG4qJNbUR0baEgwFNFQ8FWi+2BqHPn55336MOegnS8RxBDy5wZ6r4F9cwAAO2CABj0G9rI9J4697xZk/s/OHRzB8GBNegbkty1NOgnfUHpFPvWVkidk8S/3qaKEAAT4mLz4otXfb7UmIPhFv0RhmEQBNSLoxdUic9YKgYWnu+jykqmlrMRX7J9qbueyQyGitSGmp7YFC+CPeUWK+/BV913VEyCGb/S/4MA2FWS0YcIvTyPoiNJC0CuKLRsvRuMc+aobLP01h3N9wUAkA8BMOg3tJHpPUVpRceaLuDMMdhG4jgW6QtCgZKt59LbMdyie8LQX7x/Mj5Oz20Li6c1dLl8FSrFZywVAwuTsxpJs7XkbMSXPo9zQB4VqU3gxKY+35p87omIxh+7a15gYeh/RWUoo9kjm3TpMzPKJ8oEh+Mmx8Vvu3D1GReBz3T61del7xOGIVEg5gKqqko07FyKuLlr1bELHu3W9/LxeJT9lIamThYOtF5q1J5jqBvMXgMAiCAABgDQLQ1zw7+328153i0VjmORviDcT1yuAf0QCoMwxqnbJ6pT+IeOAs+4nB087qiTg4SXgZyN+FKKvV4eFgci+vbpCa3moPd4dDoyLvly6Fvvn4xzMr3MqUroW++GkGLAmEPahaZR+2/fL7o9bhpRdgfK7inHb7zTO3muEgWL93PWXtG7KvSt+GMhKgL/VfF3CsPTc3h5qSpw0szlx3w6vI3uZJJq5bELHu7CexnurU4WDnQC+iECABRAAAz6DW1koH8a5obrum6TG/rn0bj5cSzSF3yWW7NH2yQOdLGt71rJ7XG5Rnl/w6RLInr7tFxZlCtzu2aap/2gPTvt1nJmqJTdzoU2CsPw1keVFmtwZqhMu7XBjZSN+AoDbGELLeFbEyNXRBt/TS1oEcGZo+4PXukpBHcMo/JbVtwhs6ccNwg9vZPTd01VA4f+19d2I9QDa8u1rRD9Nv9NzlG9n/3TTyqfZ/RtHaNG0K9Xot/P6R+IfwE8km+9JAE2vPnurrgf4rOfFQDA8yAABv2GNjIARBSlggV02lWXMY5F+oJS9Cd7VJm+aQ7nRMQMy/rjt/gLlzqKJXUZ2tu0BX8SKJekoVMqiJG6Pd3mzp0Lkee2vO3uQXovoyc1RyreZL8ksxteuFWkmSYxxunU4OaWvpgSNuIBWidclUe/yLfOb8yoDEql4OvccpY/KqtHd48e5Z6kZi7X6W8eLAyHiXfwSrqf5gJ+mqaNxwVnRPukjP9y0K+tmox5/v7eHg6pnzp7cAPoqXtm4UDrRf0Qo7yI6HTRfPZTAgB4GgTAAAAGIompSBoOJX1BSCj2h+lEO3SM6E38wnq5UR1OzJiMMkOAQt96j+syEP+SKk5cvUUqkpGU6qWjXMlopYJtTkW3d94heioYqzRk45nrzkenBppRX0zN/LiyI6L0jXi4SbiyFoe6dx7NZq+kqiq2KFPCVfJhmOsYmySKmHHcR7FdfToqyeq5Wz8J3d0d5/EYMhrNqlsSalVvct9K3sJa9J/dbleykktEQiX/w4J+Et005llbBt36aQGucr8sHOiM1FAwdvOlDABAZyEABgAwFEnAqrx/3nMXBIHueuZe2JKeTKy3j9lUVWm69ujdcDh31JeNab7NZq/f39vNRkhuRl1G6yXxr3SoUoiLlbSWO1cB4n3Xfvo89S5OulkWiesTNM0UqzZKe5kK7W2IiEcdETXzYz1vXvwucyMebhQcWIM9quSu2k2VgL0ijHnKlzaFX5voi9mDbJJ4wjdfoZ18iN61n4Si6NWZDOrIXHqzV1Wv+tOKU/m8o/vDby4H7BTd3h1fz7kdva4pFuBdAvAkuhsEcyIipGs8nDgU7NnPBQDgWRAAAwAYjHiAlKyKLekLgkh3d8FoojrRvzhn3GBO5j6csVw6X7ZvHkigu4FH7+Udta43fi3+W5Xdjvddl4iJt0Sc7cfZYpSEbzEjauL64dbOtj59g3P3tlMYjDTNfGu8yytnIx6eJqoExPH/Qh5BEv/K10knE/HSEbCnUmzXvnSf+Ic6dfb7oe7iSQfUNv3IdTQty0OZJAzQfbNwGsNb8KmirKnVOdEJg6IBYGgQAIN+QxsZAOgyxd4dp//4735X9/7Ibb4f5RyQjLYH7rXLrI60KLoFfSEm3nJmqHtzuXZlvngU3XZ1e+5b75/nMtA4Xq5p5tvHbKpKKWCpsxEvCv3VYrvZ74loPH4bzaYXjk1xo9GBN1xquLP/vd1ukulG3FGt10H/+ojC7330P4WtgIPD6VdVlGQQH4A7ll4Q/1DmrOmfPgn6detHxpjnWBiGRIE4EU1VVcnBhvPINVwnd8zds3CgWy4lOgEA9BgCYNBvaCMDAF2nEP2OiI5B4Adf2+2B9vt96g7j8Xg0mr1OUZZxd4q9C2iiOvz2XeZ4n5VtfVdP1onLu8r7GybVDcjf7AyhXSFnjso2S28t9yxD0d2d7oZ+Ug1GlKkc1TSNxuPxaC41/lYozHTa4ZwTcxycXdXRcGdf13WbXGGgUwfnOclVGeKKo2OFoaL4ACxNnIr3iPcdDEcY+kR/QUQvL1UnApq5/KhuaJtaM8yFzbKfKfGiOJB3xt2zcKC7fGvyuSciGn/k2gUDAPQMAmAARdBGBnopyYqWtG8ufUGooCi6Yuu4Onkyxd55hxeD3brLnEzQy6xzHvHFnYVflKeZjHoprG6A9koNIncMdWOWZ2Jf/z1sV7fdMPS/cpuWxDknzrk5c5vWeTTbIglX50rJLJxd3Y2ix+H54cxzukLSALHBaUtlbWIYhkTl5TZxKp74vpPeoCLOqGg+GRIZFZ0T+tHoxx/94vcX78uZYzCHtMqQRybIJdzZt1Qjn0kaHcgL5utBe90/CyctDMMARYNdwKP68YremAAAPYEAGPQb2sgAJJIZEeXThZ67IEAXxENTbtplVuwP04l2lpgxoSQUotjr5UZ1ODFjMspECkLfej9HFhD/6qIHZWIrp0AYhaEffKXOba5Uf4skXMWv0VP1gUpEFMQROe6okwO2Tu8gCat3rJvdA52rw0qOn3FaT11xgKBR307pDSqSyZDO+2q6q9+qNMmowIlcN/jWJD2NVNO08bjgyLwXj/qcOeq++LCbT1jgzFH3FOzswIqjX/FUqD07fXdecIoC7SY1CycM/cX7J+Pj9KGvqGSQUDUIAADPhwAY9BvayADE/MX5Crf5jIjHLHgj3T0e3Wc/iRZAO4v7u1SlVXMVNx5OzpmhsvO4JpWma4/eDYdzR33ZmObbbPb6/b3dbITtLG25xr5TVxVnYt/nW0WFoza5RHGtyl0liRHpQXmK7eqnHzraOiXEwKRLImDNC4Ge5zxd6OzHRETk+36NxxbGqyrKoeJyp5JoT9w9sZ3lUOUllOcPpSjATD/7rzVWE653iLTlHG/H9vOtJPqlRf/Z7XYld3Yp9UfmRVe1viVEvzRNOyc7cOfdOlD0bkkfyt35qQAtDrcmL8bse7mJprFnuI6ULByxyfE4dXt1+fcdyt4BAABqQgAMIAdtZKB/on4pp3/ICFdJXxAkQjuLu1Ps9fKwOBDRt0/X96XU3V0wircLUuOaYpwxnq0V0NBDrvOiTOxoHzHKxDYf8E3v34coiX+ZH7nXqCK84lE+cA9JIVCHSsCChZHqsvbPP/0bIjIM49oFy38L1QPAhPjYncuh7tCgIi4dJiLuEP2EiCzLGs1mrwXLHfbpolBkVHSCUK9nekf357/8w8WHKLq9O76ee3hmr2pTCwbn0EQUxTifeJhe5jCt6O56uY9ea3zzFdrJl7PvZWipm7JwyqJcmds10zxdhohVgyo1qZUFAACQBwEwgEJoIwOt1SS/8vt7e8huc5he5spD+oKPFPeYJyI0mocHUmxXSr2hYu+O0+KOMYXQRqZHUu2IGnREa7O4gqYsMUJJcozQaRruQ5+ZUd/AzH5/XLde/OoUowH3zeuR06Dix5lF7V3weq7NISIixhhdPrBoqMroCCG9oNmJd9y3OROwSi8olOsmwdTiysCkhXMmAgbdcW0WTtL+gzRxjljq9nRyizsXDl5ILQYAgOdAAAygWDfbyMAQ3JRfqS2D3EWz9AUfoKTF/AlCBH12PB5bvmBzmXlNB9rv072AxuPxaDR7nep4VfeO2I7o8r3VkRntUbWyP1tdir3zDlFFAsrAIF8O9asvIvI8r9EiqXdEHAGLBs6t5ypRsIjr1ovCW6HQC66d7QBzDSr+ruAu7u4491eLH+hfa6yIk6VuuZheUC55R4h5naULJlfBZaWQxQs2LG0spnb5061jrsjCictkM1GupHw2VzMYHbzOn/q39Q4HAAC4FgJgACU62UYGoJT0fY5nbZyEl3eKOXMM5mjXtLUHeKLTvKZnPw14uKgd0WqxPRBVBrdkFR4+ne4Gpx5auSkycIO4xV87R1gVy5ZD/fZXX0Sk33QoTEpeogmL4tfS1TNh6H99bTfCaUWb2wFmGlQU30e33R9+MyOiIPCCIGp5eP5i1BIR5fJQLb4KbviwZqWN0AbNsnCS+NfbVCm8vSx9IJlTiNxiAAB4BgTAAAC6pWl+5cV9DukL3k/oW2q2Wk3TNKLxeLzf7+PhV0REdGprj+ICAOgARe9FTrQ60qJ9U7b13aoQRlIGxh3Veg3Qg02CpKPZfUdYdYHuHj2aGJktXc1crtPvs2BhOEy8Q756oU3EBhX0J5fuHIUjboslQmvER9fmAYQkPFEYGs8vqI40Tav4VnGsHXqhdhZOrOwzpvyzB7nFAADwVAiAAQB0i/T8ys4kbKaiX5pmfqznRc881R4RM2bg4c5T9dqbY9/HNpKdF4b+V7T3NJrNZDS7lL5gPcn+/KUImFgGxgyVvODm1llDl8xgufMIq47Q3d1xHr8PaDSbT6tOdzTN/Gj/MCxhE5l++kfPfjbwSMnfPqqbrf1AYbpdKjyR9DHMTfJS7F3VNxCmh+FY0xc3ZeHE0VkAAICW+jfPfgIAbdXJNjIA/eVbcfRLM71gt3NLNrIU3XZ3gWdqp38zw/If8xRhQMIwDHO3+Str8vKiqoZhGIahqurLy8Ra+bk7Fj3Qmkwmk8nEslaXH+BbLxG8tDsk9K3JpPCvFvrW5EVVDYcxxhhzDEN9mVirSy8D6QtW0N1j5PL2mDJ9Ox18mTGxVvn3SerO9u58rGZGrr4XGgh9axL/ArEnHVMU3XYjduFJgzoyl57nBcfjbtf66JcMYej7vu/7BZ9h0HL6fHk6unJHnaxqPSb0V5PS6Xb6zDyv997gEyJMYu24Su4v/3ReOhHPMdTR+QN+mzrzUF7H0f/sv8teSBfKEAEAAO4LFWAAxdBGBqBNhPRV09vV2IPV3Z1H0bxlYp+rud7mnkbQHakCw1M/rei1VdCfk04D6TblL9rsTDvOOTHHedaIPbgP38q1YhO+VvLCUfeH0teN9AUlUuz1chNtuHLmqOzgVYbNdHdX0Klu0M5FpHV8f28Ph/2eCe1/MzOu2i9cWYuD8O//Qn9ERJZlFd15NJu9Si2vVWy3fiVNp2U+vYjoedNc4TrC0ZW4Q3/1RkSWZUWT3dK+t9vskaFgul0yl4k76stGW64vdABNv4qyK2bfy5Wkv5dBtlNf+bFwk1DkbVgz4cP9/FLizsIvqiRLruMy08PgZk3OGbLQyxQABgQBMIBCaCMD0CbCO7L+zp7ueiYzGFHp5RhAI6GQSB3hzFH3FOzsQKhQ1MzxmIhoz86dOJkxGRVMo8uvJ6xrYIJdT4SrivBOUtqqmcuP+VSl4Ou8vcgz+0t3W7DkeYdhkOypNNmmVOxd8Gq91w5q6e4umDW4f98FC+P6YjhtGXTtwy44MCb+vP/lp39DROnbEsnNwwzeCA0qiHJ7nufwxM/+6SdE9DKxbkzRgLbJH10ZY1TyZhFoplfY31Oxd97h/InCLw9nCrZCBlAuoJZ9L1cb+nu5mxT7w3RO6YXGhJKXVRydLTjjDX3rPS4aRPxLtpvOGQAAhgMtEAFy0EYGoGWSthmZ7i0XJN1iMq06AJrzLSFapWnRgHgi4s67ZZ0yW7VlcNztTg23dsekFWdBf6FwFe8HkGYuvSDiLU2hxxGaHHad8GfWTC9IdxFMUqJNb+fauqIoUQ/X+Mj1mWtLJX3B7PpRJ8+XF/XczDPp6FmzpydFRbjHIPCWplmr2VF0f888v6ugOc1cesFxQEFzzhxDndzS2rODxAYVua+tJqqRKvHizIl+Q34qRSOiJfcyhvZr7LTT0XJp1rv76cBQ3t9Td3fCiUdNmlB7MvUAACAASURBVOlJzNAZ5Hu5s3Q3ObVlhvoymVirqKfqdO0tNYrKCSeWtfJ9f7WyJpMX1SgrGgQAAHgUVIBBvw2tjQxALyUJz03TBpNWHfvvkDqUXJo6dv17+rdE5Ps1QyFoZ3EXqS6cwXkrKarh4qc8ZtPL7Acpurte7k/d4DJD5pN9TC1V6aXYrj49l8NwZkwIyfkdJlav5v6O8WsgG9pPUqyzLxv5C4oPzzTkLMCZYzBHaP1ZRVH0RqW3iu7udLf+/ftKnXverMn9O95ELPfz/uqLiDzPK77793a7SU7WuaNar5myxvv1Ydt/Zz+I4w/c/Jcyd5Ai3aDiV1/il6zigmLuvFsHilM0hA8bd+6fS4m4876aDih42n2Kbrv0yz8QURB4QRC1PDx/MWqJ2ODAoOi2q9t1Dr7qbOnNpnrJ+XTDY9fl9zK0ku7uglHcwYBzxg3mZO7DGePZckANfQ3uouk5Q/Ei1w1mOx6Pt37nOy8IABBDAAz6bWhtZAB6KThcPZFPeR0TcSK63NelVVLHrn/4418TkWEYT3xCg5eEq0xPSKQWB3IU1yeWRR6EBT9y+wGKsLtQ1j8RuqCyejUJV+VD+/rMjPpDZQJW0heMH1vQIU3TNKLxeLzf7+NhIER0mu2FFp33oih6l+NZjWV/3t/+6ouIdL3kFFzXdZvc0F+9G9GhN9fZ83592LhT+kFc8SVJQt96Tzeo+JXwxXSKxg//34yIjsHy6hQN6IrT+6f0DSP5u1VO1G147Lr8Xoa2UuzdcVowVrAMulze0dDOGQAAroQAGEABnKQBAIAgjsJm++ImVYZl8dkk8iBGYUsXjBe2dwGdYmDIi+6o6urVytC+OtIKgvfSFzxJRb80zfxYz4v2U0Jxu0v+y9K3Jp97IqLxB6oeoZqiJ0dIYp+reeW+fD2Pm70op0HFb4UFMykaP/yGiG5J0QB4lHu8l+ERzoWDYegHX9vtgfb7dMHreDwejWavpRWDAAAAD4QAGPTb0NrIAEA/pI9df0lU0Q+qfJHr2llAM3GV4R2Wtnfe4cVgREVDxaH9KiNScTCrMAZa/LqSviARpecDmclI+4I1dLFB5x3S9U9lZmN5K0KPJekH6aiu9D5s0htMSW9QIT1FA7orDq926Kq27L0MXaAoumI/pgIRAADgagiAQb+hJBygB+LKheaDvJJ6iVGnokGpY9c/0t/Tw9rbwAX5F6E60jSt8CuR8JYZMLobnDpUYUZLzyT9CiUdnK5dMNU7rUbllaK7O4+iwCzS9eGZSsZ8Su/D1pariWsaVNwxRQMeLgxDIqLisFZY3JBO08yPirQG8dHbzX5PROPx22g2vfBC863Th4DpyciC6OzIXgAAAOgGBMAAAKDlkkFeTTv0JF2Bmo8PAxBUTFBS7N3OLn+k0JpKTM2Pw7ps67tVwc2kDIw7qvUaXN7Hgk44l2wUNjO8Jm565YL+whF6p9X8XrrrmSzqm+YsfBv9CuE5JI75fGgftvs1qHhwigY8UtyqNh9zigbEFQY6OWeGyrSK9IZwZb2LgTPOOTHHeexAgK6O7AV4unBlLQ517zyazV67VB0KACAPAmAAANB2SfCh2V6rsLNbMmcJoCbhRdikEitMXoTpupwk3flSBEwsA2OGSl5wcy8ueJCK6lV/eyq7KgnOxy3NUq8b6QsmDyueEFRKny815tR7AQN0w8P6sEkvKZOeogFdkhriSJpmjk9tZJPZcZwZL1RUqxWuTlHfnMfNxKvnyTVqkIO/SEsEB8bq99RN7oqh9wAwMAiAAQBA68V7O01mziRzbRru7AIUSDb8uaO+bLTl+sKuULodkbZcp+8uRMCMCS3Xc7tiQ1Sxd95hYrAoBnb17Bh4sPKc9up5XUJcKh3Pkr5g0iW2uG6sHDpWQf9091WdSdGo+7DSFA3ojsohjpW9PYnC1Xsc/dLM5cd8qhIRBV/nsxfuqJNDnd64d9WKGrVOigfCXaGqNhR/kT5oW4wbAODOEAADAID2SxpuETMmo4sn61E3mNM/zI/Ondqn2llY9EZElmWV3BntLB5DCEIR8csFAsE22R3Ihb+ISLHXy02Uec2Zo7JDdUqs7u48mpT0OOqTeL9G7ms6DMMgCB79Pol3pTMt1eJd5+JwlTiWK30H2QvGdWHNu8SiYxU8nfQxn919VadTNH72Tz+59IALKRrQFUlyQ2GXw8renkn9n5baBVdsV5/OTl0VOTMmdPcYWPl7uTs1ai0ULAxDes4U/iIt07Cn7vd2u4lrQ6Pu6qjIA4BBQAAMAAC6QAiBcUd92ZRmGWbHgDeYa9MeqXYW1h+/EVFFfwu0s3gU3d0Fs8Ix8xXyKdlnir0LXksHd5R8+wb3b50wDImIikNQ2XfuiaaZHyW/v8zD/VOas6qn7l0wG0Uzl2v3MfszQl2GOjl467lKFCzi8HxRuCr0rXhvKV+9Kn1BgM7CmE9BKkWjhkspGtARcZ1OeQ9Lxf4wHSPfIlPof5lPFFN0dxeMokgHr5V6dovS93JHatQGBH+R1mnYU1fXdftSbSgAQB8hAAYAAN2gu4FH5zkHnDkGc4gomu4+Ho/3+z1xnt76iUIPj3+qT4Pky7tTdNvVbbfGPdXZ0ptN9erQjaK7u+M89L8WW6pTwRDd37fePxnvWhgsHlOSH/9QEKQ645wZKtMKU9tLHxwns/tW0YYwZ476qPeJGLrPtq9MR+fD0P/62m6EGGDhrrT0BQE6CmM+M5IUjQYPKk/RgE441HkTJJkTYmljcOmxSlI9dt86kdL3cotq1DqpYW1QySLi2Sn+Ij1RWRsKANBLCIABAEBXKLp7DEb5vvOUi3zRQ4s85Etfsv4lEZHneaV3RzuLNlJqX0wqim43+XspurvT68TgOiKOjBERkaaZ43H0v/v4Vc2Z8UJFPSKLW/Gc3gNkJdEvzTTH6SUf9T7R3WNB80rNXGai88HCEPetNdMrCdDJXFAdaVHHt+Yjj6R3nwOoL93nWFr8q/Ov6lOKxv/ym4ub3rVSNGDwFHvnHV4MRjU7kDdX9V5uUY1aNzWsDboMf5E+SaZedq7pLwDAFRAAAwCALlFsd2fPi5ulnfSgD2DqkvUf6e+JSNfLd/jQzgK6y7fira98KcKFV3W2Fc/slb630aGBGRZp0cLpNGU3iZk97H2S1PkdiIhGs/m0alPqcttHaQsmI49SnbFqQPc5kCQe+3fyYyIi8n2/4L7f39vDIQljE5HUPsdDelXXT9GAVjvXdlUmMcSR3WvobrDcn8rA3lfTiphG9r1cpdZ7uT01ahDBX6RXkghY8yQoAIDOQQAMAAA6J25DF4ZhIFxtq6rkVMdOQTuLlvKtyeeeiGj8IachjPQFn8nfxpnfRf1yKl/VSdekJMal6/o0SkBmUYg8V/ckJLQT2/puRWhZpot1furIXHqzV7VuSYacBYWZYgu/QSFiWceqJhugWbds0UJ3BQvDEHv2/fNP/4aIDMOo82BtGcg7CKKnInTC/jsM47Pd8zG8MokhDlukShvjCuBLn4TJpyZ3VOs1KMvPyL6XG7n2vXz/GjVoBn+R7kiSoFACBgD9hwAYAAB0l6IoyoBDXnloZ9FKpxad4/Yu+DRJXnr5jrNif5iOwSi7wyc8NtWKJ7k/kbacFyyrz5cac1qW9KrYrv2EBeMIWJOCuKRsL/sLvmkDFKA+ybXed+qp2AG9yqgYBu6oqkP0o1/8noh8db40mcMqyrOEA/bbVPysjM8YL+eCJGVgzFDJC24eLCW4+b1cv0atruPxeOsSd16w3eT/RQAAAG6EABgAAEB/oJ0FdMrFdjpEJJYpiXHd8scmQZ2SRmZIek3ormeyU0FcnWTtdKAgPwUEoJn0zEsi+tUXVY29VFW1OvFFeh+2vutPRsUQGWpc05VvOReGq4UwNzd7wBYiYMaEluu5XfHOUuydd4imTzJDLcxzyL2XL7j4XpZeozY04cpaHOreeTSbvV76m+AvUgVxUwCANkMADAAAWg7pyU1gZx8AGhFCYNxRXzal2fhhZvpiQaCg6QZoIVW9fB/ojdTMSyL67a++qHrs5QVP6cMGcG+6ezy6Uevvr+12s//15YcEi+SAXfTSVuz1chO1GObMUdnBq6wC1t2dR1EMrFD2vXyzttSodVZwYKz+wTC5a2lRHv4i/RJ3Ukg1RwUA6CcEwADuAgk7ADIhPRmgn+JarcqKxbBwOlSciZx7bHL/kmUfdM0vPfla+oInuht4pJ6CBpw5BnOISNM0IhqPx/v9/nwUjmmmty7YKZW+AQrwIJJ7KgLchaIoimLruk3/4Zd/IKIg8KJ42D57kBZEx+ui17Zi74JX6708qJWhu7tg1uD+N5Jdowb1cOYYbLMsqAjHX6RPwq/N6Y1c0i4BAKBPEAADAAAAgIfZf4dhHCU5R8DS470y4maHqXhVUu3oLHxbCMb4C+e8N1e87KOu+aUnX0tfMKbo7jEYWUKzrHPmQcGmqmYu1y56H0JLSe/DBtBeiqJH8bAi6mzpzaZ6dVhX0d3dcR76X4st1ckIie7vW++frDzkJovkGrWhaXgw/N5uN0lD2HxLTSL8RfokOVke1NxLABgsBMAAAAB65LbSltb1rw/DkAJxnIuqqkTXblbKXQ2uxB1VjQqMzLe32XS+NJnDKial+9a5n5n2NhW/noz6YsaEvPVcJaJgcZpQpWka57xg2XD13vJr/vLk67suqNjuzp5n2hymoUgG2g9liAARRa/7IaIout2k+aeiuzvdve5ZNdPyGrV2a3gw1HXdJjf0V+9GdJbEDGtWEALDX6T70uNc23kuDAAgFwJgAAAA/dGPdhbZUUOFNM18+5hPL1/cy10NpOGccc4cJ/53Lts4DFcLoSbJ/Mjs5YnDqzL9dbTlek3vKufxWKvZKxF9bz/FkSjz+17zS0++vkM2d5ai265uuxRNmkmixaqKNwcAADxcq2vU+kfR7V1Ak6jKi32u5vkwKv4ibRKGvpjaV+n7e3s47PepP0PBOFcAgD5CAAwAAKA3ut/OIspJrHN9zDnjBnMqZlvIXg1uorvHoxuFVS4OLDkJFmK0Kii4RNfdwKP831hbrm1FIbFRj5FtHWh60gqsykhPvr5LNnfpk1euKI6815QyAAC4lm9NPvdEROOPnZTNbukLXtTeGrU+SkZ98UNAVPgRjb9ISwQLI3eGW1vxuTUAQB8hAAYAANALPWhnEa5OKacRTdOIhBlEmrl8Gx0OByIxe5EzQ90XNXeTuxqUiSuFakUyFEVRhIEl9eJhVWFJRXd3wdz/Wmw3+z3RePw2i3v0KfYuoPRcq9N6LZ5hVSP5+skLVrnflDIAALjW6RN23N4FoU2SCNj+OyR8NvcQTrsAYGgQAAMAgO4Iw/DKR3arxCDVzuLf078lIt/3i+/bn3YWwmgmbemtxauyKJbFmUPLYOcqROSmWhsWNHeTu9qghaG/eP9kfJwedV7SWrLZJXUmHpahzpbebKpfXCzKQy5cI5prFfrB13Z7IBrNZtMO9PKrk3wtZcHHZ/GXkD72DAAABiMM/a/F9kDRx/zl0wa4QHkdE0k8C2nR+UbfNGyOjbp7ABgqBMAAAKArMkN+GjG9LgU0Uu0s/uGPf01EhmHUfHBH21kkASstvwuunEtYxNiUotuuPh2dK1tSzd3krtasw37W977ox5W94J2Eq6SAapy6PVVeJ4giGXI6SSqSapUURVdsvUvvCunJ16ULSs7if8CUMgBokePx2PIFoRfC8wSp3Pl8ttk1Y06767wHC1WDd9GwOTYAwFAhAAYAANATXW5nEX5tztPLPgr3LBT7w3QMlu3hptjxnCe29d1TkEPuanRjh/0i0he8h7IoV7a5pGmetjP27LQHxZmhUqeCzm0jPflafjZ38bd54JQyAIjkMir+lKiicDzlkRkVAFfxrUnpOFffUgvOpjhz1P3BQ6URAAAAEBECYAAA0B2aZo6vzRscqVKfyp2lqyj+kojI87yK+3e/nUVwOEesSqeX6TOTGCPim6/QTsJaRaUtclcbKn8RR7lSXSRTt6fr69y5EMq4ftrUeTe3By9sqOGhU8oA+iebUfGzf/oJNSkcB2ivcFUe/SLfOr/yNXP5MZ+qFHzF7ayRUHGD8Bwa17p1AQUAAFAMATAAAOiK8Yc7kAvZVBXFP9LfE5HeqQZu95UpYbmxtKXWak077BdShU0E6Qv61svtJWWpzkL+9rytlI5yxbeT6eUmNim6vfMO0VPhzsK3y9+yYRjmZvMVzRXrcmEj1CZ97BkAAHSdOM8111s5XH2ezkfMuNhLSbWzRkLFlZJGCuNX/P6gXFx/rHZgwC4ADBsCYAAAANAe5YVX4RWdmmStJr3Dfvtb9ifxr7epUnj7cl4c3NLnS405pVV0mSCXMKmjtJORwTbmwFoZSU++bn02N4ovAa6Vzaj4gVy6UDhesEg7jwwthLFnj5NUnBecBMRBmuzpSNzlOlvkDzUJv/fSRgoAJNQfm97RrfFOC/3VYrvZ74loPH4bzaYXEtzi9D7zR7/429ufLgAMGQJgAAAA8HTnjoTlZUNJOmpmBz+JyMS3y12tE3Q38Oi9vE/Q9cqyf8uzgitq8vJjxThz1D0FOzuIOxkl3U7FoWKTUZArOOst6cnXHcjmftCUMoD+yWZU/PAbl1A4Dt1XmXGTxL/SaTpE4lkgImBNhb71Hp+OIf4F0oQr613s8cA5J+Y46PMAAA+CABgAAEAp5Pk+TLxbQYWhDt+K4ybiVkfor+LrdPF2uat1g6K7u+Dc9yc3nUsadaRFYYorCL93Ik3TostfIu68WweKfvPpJ+7OfesU1uPO+2o6kBCY9OTrGguGYXjl4pjTBgAA0iWVy0VnZPG016K0jvhUZdAZFXF7uhq+v7eHw37PuHCCZ3qDKr2Hs+tOCFOPyrU4z+W/nUV9Hu510QIAEEMADAAAAFogaZxH3FFfNubybfb6SkTf39uNkDJofpwukXwrNRg9vv0Oq3WGYu8CmqgOJ+6o1ust09/j3SO29V2hkCCu0ylvVFdSRZdM6yDTC86TPKJrYh6FK/NjxRTdXS/30VVzJpNb/tizVpCefF1rQWaoV/8u2/c7BACAzqsMccXRscKPtfhUZdDi9nTX0JYBPtoHqbgf+SWZ08j0maEwyy+a7DtViYiCr3NLdO6ok8PAep0DwKMhAAYAAABtoNg77xBHoThzeP76K309nhQTmd46c9Ukd7VwZS0OdX+Q0Wz2SqqqVhXGSF8wptg77/BiMCJmWLPrIxPJSKbMOufYYll7ySTOlc7ZTprwmZ4wx16x18tNXLZWNFasu9M8pCdf9zqbu/VTygAAnid//P8LIvJ9v8ZjC4eeNvlAqbXgQyUNEPGJIRt60oFcQtv5VKWXYrv6dHZq9MCZMSHEwADgfhAAA+gG9GEDgAHQ3V1wvhLK0szl2s0HPyqu0yWuFhwYq58Omdy19NlJX1Cku57JDEbEPldz/dqAURJ3ImZMyFufo1ZxyKqgvWToW+9F3SVJSOXOZmsnobay8VTJNA+xl9H9xp7JIj35+n7Z3PHYtSvI2X3swJQygJbKZVT8NRGRZVlFd26UUQHtkT3+/+gXvyciwzBkLdgt51OKkn7V4fNDdC2gzj1v1uT+OC4AkT73zH1ycq2ZZsXpYZxnlTmNFM8MhQS4fHsNsX/70Ob9AsBjIQAGAAAtp7tBMCciwkXZECi6uzu6FPp+8L3dHohoNJtNVT3/19fd49F96GrNSe9sX3PBS1Va9ehufA3MmaEyTTPfPmZTVaXp2qN3w+FRe0nzbTZ7/f7ebjZCuZG2XNf9oa9uVfSgsWePJj35usaC4w/3uVm30seeAQxHNqPiZ3/9EyIqy7JomFEB8CxxK+Z8y+W41XJJxkSccjPoAjFFKTjdvUW3qwahJkV3d8Fs9W5E7cfZfpzkwGX5FjM4UeVpZGkCXPwN4/7ttzdwBwAogwAYAAC0HvIRh0fRdUXXZV0A3bxawyza7+12k/SeK7qak75ghmKvl4fFgYi+fbr+J08FmIhzxg3mZO7DGePZfdbKWFR+J0sdaZpW+JVIVSq3xLFn0klPvu5pNrf0sWcAUIf0FA24o+zx/+e/IyLyPK/RIkI0qOkHysUFpYuzY1LV30SXBoAJ8TGUFEvV7apBaEDR7d1xurLeHcY5M9R9ceMMed8v7t9e1F4CAEACBMAAAKCDwrCsHsy3JtvRx3wqOekRhq1hFq2u6za5oX9On8yP45K+YP4p266UijbF3h2n/uo8p/qi0pKCpI9hbpKXYu92dvmSQvOUwq0uWWPPpJOefC19Qel6PaUMoKWykYwfyKWK0EjjjApog9zx/5d/IKIbcnva/4GSnDdkGjrHJcPFJwXJKFKkVABcT7Hd3WlGF2eOyjZLb32/mmHdDZb7UxnY+2qKEBgASIYAGAAAdElUKsDJ9Iq3a/wt44wM5pBmljdsgG6LN9nVomaGjdf6WsTNEXWZrxhFT3p63DaO614LNvjGrm67FIZ+8LXdHmi/T5dkjcfj0Wj2Wv37SyJgja5sw6Q5XnkrIzljz+Bm95tSBgBlspGMH37jUkVo5IqMCoCnEM4b1MnBW89VomARlwwXhbdC31Ljk4blHC9rmdpfNQiyif0QuWOom+aX13EvU7b13aqQfZLPxh3Veg1wGQ8AMiEABgAAXRGu4l5sZb3ShFZpUcMGBMH6KN5kN72je+nPG/rW+yfjBUHTczT1jDGHNMk9PpTpm+bwwg4+LVmw0TdXdMW+oaHiaTIZEXfUl422XF+IgoWpyrPqqWJyxp7Bc2AUEcCjPS2jAqC+OLvlNItU/Fq6YjgM/a+v7UYoVm8wihTq6UDVINzBjf0QkyuXSxEwsQyMGSp5wc3xVgCAMwTAAACgE8ToVznF3gWvyZ45Z4ZKJbViMAC+NTHKGvf5llpQqsKZo+4P3k7aaya57CsbcPXsBR9IsXfe4fwn4ZcjeME22cq6uJMlaewZ3KSnU8oA+umpGRUAdeju0aPcuZxmLtfpE7VgYThMvIOHFmoA8hT3Q6z30CQCZkxouZ7bFSd+wqVCNuYNAHALBMAAAKADhIYmpFV3II+6tc3jeBla+3REGIa3Piq9kx6uyqNf5Fvn6JdmLj/mU5WCr3PglEt9zZQPcX/Ggr41+dwTEY0/5AX5mrSRjFqp1J4oFqnZz1TW2DO4HtLDAbqkyxkVQxOurMVBvOE//i0RWZZVdOfRbPZ6KcEgt2CVOgveje7ujvP4RINGs+pBv5pmfqD9A4B8UT/EqH1G1A/RrPc4e73cRNflnDkqO1Qnp+ruriDqDQBwGwTAAACg9cRx1jXruZI24mjt0wnF9ViXZHIDxVdHuHqPh0DkwifJK8qMi70U29Wno/63g+KcExGNmzxGbhvJ80Sxy9TZ0pM8mA1SdDcI5kREiFoBDJL0FA24l+DAmHjG86Nf/C0RpW9LJDeXdpjNLlitxoJ3pSh6dXdjdWQuvdmrKuGUQRg0e2XELwxDoiBa5PT0VDWbpgXQRamhYLUPIYq9C17TVwyVhEgbAIAcCIABAEDbhV+b0+lvut//BcngAL75Cu1+RjOghL9w4hdNrtQpfkVl56Mr9ofp4DWT8sw2kkpPg5Btgv04AIAe48wx2GYZSGsIKH1BORTbtS/f69Q2oPiTLz13NFa3oiwM/a8a9e1R34FuFkt3p2rwOcIwDIJA0s8cLUat7BUtDgVr8KC4lJPU2vc/Z+ABANwKATAAAGg5If41a7ajrs/MKGcV0YzW0+eeuU8CLZppVpQo7fenayFNM8fC/UbxBZW/PTc4zIS4iMT419s0+6KQ/5oJv/enpzKqc733hAWrvlc72kjCI4VhWT2Yb022o85u3AEAdFh2wuLPf0dE5Hle8d2/t9vNPt435o5qvWY+kxuObLy8YPvFWTv5dhLZenYB58xQmVaQTlXn0fnlmGPUKJZvpW5VDcoX+v6pqi9TaVjwArj8Bw5Df/H+yfg4/Wosi8O27ncYDQVbnTuT1rskuVjKmb2/7u50l4joP/zyD1c8SQCAGAJgAPcj9E/AZhHA9YLDlfEvInWkobdPR4gtNYg424/Lxz75FjOiPn4fbuFlVBIjyoe4hFfU+DX/RdmvmSR+W/Td2rBgxbdqTRtJ6aPL7jILrevOGzhljWb9LeOMoo27WkPZAKDtHplRATfJTVj85R+ISNdLPsF0XbfJDf3zaVV+Im7DkY2XF+ywdD27kFwVJ1wRZ8YLFX465grlNU0bjwuyuJLFSGaxfAe0tGqwgaII1/nnKe6UwJmjlv/MoVA9NU7dPkmGXmfXM9imbWdfDcNZAABPhAAYwP0ECyPJMmvRmQrAcMTDLaATxJYanBnq/tr82MoQV7zfVxhRlfyaEVoxNo7fPmbBWt/q+W0krxld9tgFu03cc9l/h1SwvxK/cYiid2fLtmEAoLEHZlTAMyi6vQtIYlqK9AWrPKrhXlLPXpDecSnm51tC94Klt66s0XGJSFivc8XyA6waJCqLSp1+HrJy7SuEsGnhz1wW5crcnjTD2DMWh2HV4jDsc5zTvSV2aUQGOQDcCwJgAAAAvRdfoUgYDn6fBRNRSw3r3WD8lD55YT+hoSRyc+989yhf9PQPGeEq6QtWalEbSbiv8oxjkWLvgtekMU/btmEAoLEHZlTA0yjTN83hEivbpS9Y5kEN9+KznaJsnwsxv6QYvrR4umi946v1Ep3O3TuIKNcgqwaFbgikmcuP2St9b6NTIWZYpEUvAC1V6+Um51X5nzk57qZDpqnb05Vj7lz4JT76JROGYW5qXlGfRjlNGpFBDgD3ggAYQEOn2bm3PKptY0wBWi7uSVdSl1ABvX1O4suJ3DVVWxZME/shcsdQZfb8OFeHFXZHTJW5iLeeExJr+P7eHg6pRjdEppedNiF7Qela1EYS7sq31OK9mDxFt13dnlfsuO1n1AAAIABJREFU6wBARzw2owKeKAlYNT+PfsyCkjVruJec9pW/Dcpq24Upxc3OynTXM5n8YvlWemjVoHxJWCq54NH1c7/vU2mW6WVebIq98w7nIOfWd4VWpUJ6WeolmgrEZn9Fip4syJ2F/4jGg5kglzDULN0y9OzcpHEYbT0BoHsQAANopPjj/hJmqOKD6iaIAQARCT3pGl8kordPHnfUyUFm6zLpC57d0g+xImgaX2CWvCbiyE4qaJoE/K6gLYPcQV/6gtK1p40k3NM16evivk7n9rIA+ieXUfGnRES+7xfc9zkZFfBUyXm0pKwU6QsWe0zDvXqThpPadvFHvmFKcfGCffWwqkHphPjoh3iyk8REixslEOnzpcac3LVIEv9Kp5dVtl2oWvA+8q0BOHPUPQU7OxBahp7H5YlNGiejXOxZRgb5FQsAAIgQAAMAgLa7tqNaEv8aegFYGmeGyi4OKnjmgonifoiXH1a6N1MduRETMGUETeW0A5G5oO4ej+7NT+NxbSThzq5MXx9S8jpA62UzKn72Tz8hIsMw6jz4IRkVAFcYZMO9nmp71WCp8hhnfHVadsFwIU5cdplRfvnxoMAzpVsDkKZp58G53Hm3DlTY9HHuW+/RNDTuvK+mqdo2KRnkP/rF3zZeAwBAgAAYQCP63DP3uUmnJeL0yjg5JoL9QoCGkghY9py6gtCzvaTZ3RBpphn164gaC94enpG+YF7UDzG6roq+i3nxMfFLJlOgEncyKY5/idUwqTs0TEO+PA5a+oIPdVUbSWghIf7VMH0dk94Auk56igbA8zVuuBd/mlVGZopPbG5o0p4U/AxjZ+BxwZuOil9Lz5dqDRCcW3xENWH8NGsv3/RRd9fLffS+w4khALQRAmAAzYiDaYg424/LO3/5FjM4EdH4w0X2GcAtkq4P3FEndLmtf6pzQ7ppxbCNZ647H1nvDuPnbu2a+XFDA0PpCxZLDQWrMxNdCJqqk4O3nqtEwSIeeFK02x8KCY/ZBiQN05Avk76gdNLbSEIL3dC+CZPeeud4PLZ8QSiRzaj4gVwi8jyv7P6tyqiAu5M+ELftE3YvNtzbf4dhfBZ2PmGs3LUvPrFJojoNEvSIUiEGNGlvtfKT4SQmWhL+LH6bxAtmRoPFr6XyYOqDgqbp1gDxM1Hs9XJzuk4qbtNYNipPTgb5r6/+gQAAiIjo3zz7CQB0kKLbu2OwNDWKOn9NrNU1bY0BoD7FXi+10/9zR32ZWCu/sJ94GPrWZPKSRL/Q3CdHsd1d4Jmn3yfnzFBfJhOr+Bf6lAVLvo1w7L1Md71zoRhnhqqqqhpffKWbvYWhv1pZk5ekQYe2XHcuZupbLxGraOrLFZTX03UnPwTprzy2jSS0VPwCAYAnUxQ9JbpVL9Uo+hX6K8uaTCaTycSyViv/0gf7xQ8j6QvCBdIH4rZ/wq4yfTudK+6/i15g3FHVl5eXl8nEWq18db40o1vfS67p/XjqUabyXZ+fr064o04uv5qJiEJfSNIrHfgE7ZCcDDuL1BEobikRhXvyjyx5mySvTWakjmnn11L2G8XrxUHTOzc2KU2NSp562Rtfn50uvdKXDoru7gIvfquwPc3mbomP87nl+CN1uy3nhwOAAUMADOBKwoYvZ476UvOUFwCupNi7II6BEWeOcb54jb28vLyoqiGMdtdyHRogcroWiYNJnDNDVV8mE+vKY5n0Bcu+jx19n0hlCqTuHr18tEwzsyHRYGE4Duv7iyaMNHhEfBnLPlM7Qte2kQQAgC4Jo9wQhzHOOeecMccxTilI7VgQakg26iV9KEtf8A7Kc3hSOGeOY6iqczpv4Y6aibOG4cqavMQJUrmeEukEPUN9eXmZWJa18vNWlmVNJi8vqiEk6XUv3+pKba8aLBWfDBMzJpYfnUz71iR6TWiaRoWhU6ERf+Ztotgf6RWTL5xeS8yY5JbzrRY09r8l8wkZ5ADwbAiAAdxAzGbhjqGKpzAAIJ1iC3VGZzyRul3Tll6wQ/FXBUW33d0x8EwtCSxydrp8n1grv2kJl/QFK77PKR/wwiWg7u6OQRIvW3pBsKt4kKaZPX3R+JYaaZJBnyRyOur5oj++5m/eRhJaSB1VJslX6exmFgDUEa4mqpAbIuDMMdTcBu3jF4TLxA9tKeEq6Qs+lO4ej8djEASetzRNTavRUSBYJC/a4p4SuYsTzhhzjDyHMSFFjzTTu9zRvTfaXzVYqqCjxLmlhLZcr99OO0FRJP8U6hRakRScDOtu0jXj1DRj5fthGNJ0He0sRctZK9/3VytrMnlJmlg8MGiaPzNUR5qmaZpWds54aQYwMsgB4IkwAwzgRopu747TlfXuMM6Zoe7N5friniwAXEnR3d1xHvqL90/Gi7ZRiDTNfMNY9/oU3d3pbuivFp/CzhTnjBvMif6haRqNx+PRvNbBTfqCF/nW5HNPRDT+KIheKYpuV8a01JG59Gavqo7XTIbueiaLdro4M9TU6LVcG8mvr+1GLKTLXaGHoR9UJWJXKbyilr7gACXzS5pOLO/wZhYAXCSUL5BmLj/mU5WIKPg6f7JH8zXrZ4xIX/CZ4k8fVZUzzjMMwyAIqmez5T/y/oKIfL8oreX7e3s4xLN0IulP7cIFy9VasCsURVEUW9dPPdXCMAyCr+12s99nc+kEmlk+9vt0cZI57y2nmcuhXad0oWqwnO4GHr0b2b+ttlzbikLxZCzOHINlHlrSVEJ3d8EoboSZukSKccZyQ4+15QOCpskU5dyZoWLvdhW9CIXpYeV/5tRUZ8dQN1VvLQAAeRAAA5BBsd3ddGa9G4xz5qhss/TWdvfO7gA6QolCLHTeMohuVVWVMNX9Wopuu7rthqH/lb9+55wT59ycuQWTxB+1YKXTnsV1nTkUG53ly+ju0aNJ9qJfM5frfBtJJt6h4Io/WBi5nYGbSF9wiCr2OSoluxwoAAPoH+EdntpwVWxXP13xEHFmTKhmyEr6gk8Vf/qY3tGtc9gMff98rprOtQl9K7uvrpXkUmY/8n70i98TkWEYdZ5xUe3STZ+hbR+w26BGORMPy1BnS282rZMhdTrvTa5Nvrfbw/mLo9nslag6xNlX0Yv89I8uxr/oFLSZ+1+L7Wa/JxqP32ZxCFOxdwFZ77nYZ9k7+bykvTtOawdNHxo2Tc4MnffVtHbELUzCnJfedsggB4AnQAAMQJYomyW6iomyWczLDwKAmyiKcu9LyVvyfMMwJArEBFtVVanNYTrlfP0ehn6UD1tWaPesBeHRTkWXX4toI2c0m0+r3gmaZn4glbNDrtrnEGo5njeLAgDuRcjjz448Ol3xnIoXODMmoxolCdIX7IyiCNc5BOhbufwSijqDsY20Qg/p2+adKF+SV6Os6I3/DudrE13vZKynymCrBoniK5rCL9nuzp5HFzoHotFsNq110Zi5RjrQfp/uTzAej0ej2WutCKxE+nypMedUmfuy0ZbrC4ejdNuPml0akUEOAI+FABiATKmS7mzNOgB0UfM838Kap5yoA5Cc3jl3oCh6lA/rEp0ieS1bEB5IShtJde55s1ufiSrklEpfcJhS+xwTurzpGq7itj2Fm9kA0HXB4UIfK8XeBXQKWTmq9Xq8sK0tfcE7uO7EJPWobH5T6mgZO/2AZCXRL800x0SURAsKfgnZj7yf/46IyPO8kmd2sdqo6Wdoh8qXut1wr8V6XTV4q9OFzoMfeh+KvfMO5/g854eAqjt2BFtxVF6DIWXIIAeAx0EADEA2saT72c8FAB6qING3FGeOwZxLDTJaQvqWx93r9lbW4nD5bpHRbPbapY2dNqrTRlJRJMd7pS84UIodD7CIcn3LgvNhdvpi33ezAKCcYu+8w4vBiEhO1Zb0BRvxLfWKnf3MdEzTE2NW2bFns1f63kb5UcywSIsemW4J6SYxM2ZYsyP9abxc7iPvl3+gm6qMevoZ2t6Ge9JHx3VGJ6oGIS1K667doTFSOSqvDDLIAeAxEAADuIuopHt17hjVMMH83m3ThPNv7PjCMN0hzzffykbTtPG4YCpVqh8IZ466P3i7K8dXQbHgwBpcQiV3xTU6DJFQe0FxcJ6INE0734XnWpcWDnoDgAHR3WC5P1VtNRkV87gFn0mYhxPHuHRdn0bNHll0wpg7jgphQGJb/2d//dgn3S49a7jXuKVE+/S4alCC8+u1Nz91PNbuovqj8sq/FTLIAeDOEAADuJtLHaMy5LRNO23QF591hcWDVjGxBYbmDnm+5IutbJbeujKI4hJR6Ee5bkTEmWH9+X//3xs/owbUkRk1lWgaj3/Ygu3AmWNIHL0B0BWKvQtesxWs+ahXRNOWH9XHOADoMnWkEXEiYlvfrSoxSsI13FGt16DsckL6gtLpc8/c53oSlojjLJpmiolO4hlR+H0e5pPuFKvYH6ZjnKu/5gW/i6Qv7f67+Q/SJ61quOdbL0n4qk1xtUfqadVgE2EY5nudFmyxDCuj7opReUWr3JRBDgBwAQJgAC0grW1avK2fPzWv+B6cM0NlmuntBns6D3CjcPUZt1upeWGs6Pbu+Hq+nGZEdw2AKbZbJ4PviQvK1TBH9Xu73SRpw8+aP9IyaCM5NIru7o7zbJvDFE0z3wa0owMwVMr0TXN4nYCVWLXFDJW8oPCzV/qC8oltuIg424/Le3n5FjM4EdH4wy07WSgfe6bPzFPl+fi1cH3ldRyFC3ntD2EQPDT0cI+WEtBCmSCXsBVTnFYZZdRhe6WphhnkAAD1IQAG8Gy3tU2reYaQPjMT0hWFacvMeKEBp7TBkMjP8/3anPc5mrVb0V3PZNent0KZhjmquq7b5ApFecywZkM/HEpvIyk9ooYQ3R0oiu7udJeIwjCMezGrqootOoABEQJWxoSW67ldcQBQ7J13iK5mMrXyd1zwLsQ2XJwZ6r4TY1r7q/0N9+7RUgLaJxnNd8aZo+4p2NmBFb8C4gvF/anDKfEnjDN8Lt+afO6JiMYfckJ/yYL0V38rYT0AGDAEwACe69a2abW2aH3hzCw3mjS/5/vjK34OgE55XJ7vRUkicFv0roV9bYouTEJin6u5lIYeD7f/9v3cjXErpsKvxmQMZi9tIyk9ooZJb3elKMrAjgAAEFPs9XKjnk6SHJUdqvfodXfn0aSqnYX0Be8masNlvRuMc+aobHPp+qxY3PVx/x1S6uGh8Imc+VLmDtqI6F+b/wS90aqGe7obBHMiovY8JXgM3xKiX5qmnRtEc+fdOtC5nal42uvO49Y7PRhn2Mypeba80dbnBX/0V9KWBIBhQgAM4Jlub5tWZ4vW3ybfpCAXJ7fn+3f1fwCA7hp2ni9a2JdIktT5ISDq4g/OHcO49qviYPbWtJGUPpgNk94AAC4pHAxYQXd3wazq/tIXvCMxT4o7hrrJJRBeXiLuY+gsfLGpl7+IN9P55iu0c59ESVeB8SvRf7v+pwC5CnJCpLeUgNZJbdfEUwmjmjB+yq0yvcwZpaK761Mn1+zbPB4mdwtUDQIANIYAGMATSWibVnzllP4uyRDm0uKUZCAz33zRnzR4KgCddvc834uSAPVDtLeF/bnw7BrxQU6CJALW/I/ZL9LbSEqPqLUmRAcA0EfnwYBfiy3V2aOP7u9bpXMEpS94T7fmSSUV/syYkLeeq0QULN6jcy1N0zjnBdUh4er9HCAzZ/r/oDbPWwXpLSWgbdLbNfFfVihpJW05L/hzpnZXLm3XAADA3SEABtCI3JwdGW3TLhcp1PsuwoL00z9q+GwAukxunm+zRhdCWuEDtLqFfbAw2jEMTRg+36kSsKajMooXuTUNuaqNpPSIGia9AQDcm6LodpMDZTxH8GEL3lNxnlS9xwpjXnlm6pO2XK/pXeWcuKO+bMzlx+yViL63YorScq7T//EbqT8O3MOwW0r0XelGSpIwN34t/mMXb9fobuDRcypbAQAGDQEwAACAm/N850uNRdmfjjqhWmVkwkY8kXbtM68PLez7rT2jMqS2kZQ+mK0nk94AAOAxFKEZY5QnZdZ8ZMlWt7Zc24pC4lC0XAZQrqca3E8YhhSIXQhUVS3seFhBUksJ6I44Ya7xA3V3F4wmcf0YOnIDADwCAmAAjcjN2ZHRNk272Dc8zj6q/C6hzB5iAJ10S56v2AqDO4bqRJMARrPZa/au39vtYb9PdfPRluv/V87PUKr1LezbUcAEMshuIyl9MFsPJr0BAAyEb00+90RE44/7t2Muk2oWwOqf/ii6uwvm/tdiu9nvicbjt1k8WFWxdwFZ704uPoYCoocomnybo2nm28d8Wi/DSEJLCWit/BmtOtI0rfArkardFSVOxkJHbgCAx0AADKAhmTk7MtqmFRfd77/DMD5VP0fAKhtQx/X92ojo2kE8AJ13fZ5vbro7Z4zT5V0SLbo8/vG//P76Z31Z+1vYt6aAKb5evZxe0Deh75MuY6tGdhtJ6YPZMOkNAKAzonp1Gj/5aYjNAho9TtFtV7cLv2S7O3se+sHXdnsgGs1mU7UlJ0O9FvpWzXxWzhk3mHM+Wb/8APRD7Jmkj2HuMkixd7vC93VEuPQqHEOh2Dvv8GIwdOQGAHiIf/PsJwDQRYq9C5YaERF3VMu/fiF9vjw1PuOOOln5YY3HhL4wxqd4x5qIO6r68vLyMplYq5WvzpdmdOv7qvhb+PH8H+1t2uxnAOgdRXd3gXd6j7MG2xyK7u6Ogbc06zU01MylFxx3D0kOrWxhH/1fVQt7IjoFM+Jb3cCr+XN2S3K9WvYL6aXQX1kT1di2NP1BeT1tfKZehG1aEAAABkCx3V3gLc2IlEQZRdF123Vd17V1RL/uL1xNVCH6pUXiL2vmchn9fYUbiTNDnZRcRudFrxJTo2jY7kvNi3xoo+QyqHQjpUjoL+L9mtLjhO560eLss8HSAABwDVSAAVxHUs7OzW3TLmSUcc44Z44T/ztXZB+Gq4WQyWh+2Ar9X9f9MAA9cm2eL1GU6OsShWEYBEH03j1/MXpvq6rabLLAPaGFfUpyvVqcr9kJYeh/LT43p0q28aXuPUIm9LPz6wEAAFpO0W1Ua3RVuHpP8kjTY7rObcEdWgY7VyEiN9UosVmvuutbSkC7pOY8v2y05frCBU+6uWb1fs15ce4sfBxWAADuCQEwgKvprmcygxGxz9Vcv3bn98a2admndDy60bb713a72e85v7SvHSyS/X1tGbg60W+b/gwAPRUNBVstogBW0zxfRVEURSHS9TZdz6CFfbkoEHT6R0fjXwVtfTg3mFM2UiS8Jsh7+VkMt40kAAD0Vxj6QUB051SmZOzZn/3XO32LgUrCXwV5W/E5rXhKq+i2q0/P6V4N816vHR0HraLYO+8wOZ1c88vNvYOtuLtyIV1ZsdfLw+JARN8+teqKEQCgZxAAA7iBpJwdRXd3x3mdQbxERKSZy4+5XdE0TVEURbH1c7P5evGw2q3NAYalJ3m+7W9hH66sxeHy3SKj2ey1cvcp3qKq4ft7e8jW15peJ//qvqUaxRssnDnqnlK7PblYmWaWNNVtSn4bSekRNYToAABK+dZLyYdJA6bXrayYMAyJiIpPLMLi6zRNMz/ucv10Hnv2Z9JXHjThlPajMCwRD75Np7cKLVvY1ncbhSmubykB7RFFMmvu1ZzV3F1RbNe95blJ1+QaKqswaVL6ggAA10AADOAWEnN27tc2LRMPy1BnS2821RH6AighZPt2eTRDEgFz3lfT2t0Ka7ewv7kcNjiwBsmxyV2LUwKChXH95t2pGLZzkmGOFP1eZq9E39v4cl3M1fCtSSb4JS8HQn4bSekRtYFOegMAgGJxAkk+bldQWn3GOTNUppnerpOnDYNTOhA3cT5dzuSLKdM3zeGcyvslVLqtpQS0QbxXc1HXd1duuoZ6yIIAANdAAAzgNvJzdh7cNk25unkjwDDEZ+2md3Q7/G7pawt7zhyDbSRNILtYYNtm/ja+uhT273Rdn87O+3qnCGU6+lXWHfEqd2kjKT2i1otJbwAA96K7gUdlQZ+BSZdWa5o5Pk3LTCrHOTNeqGP1bnBJptNdPDH3cge8Ej1pKQEXYXcFAKCNEAADAAAYgpa3sFfnnjerf/fv7XaTdC3MTSBruNp9h3k8RjKrLdu/URGCn5uv8PWQbGpWFX61o42k9IhaHya9ATxa6PvU3XR2uIKiu7vgPPioaF7SQAil1fkPTDf0o/FOdGsXaHiw8jKuqsG3ciWT3j5QQAgt0vQaqngRocxRzoI//92tSwDAwCEABgAAw3Oa9HDLo7oYL2lzC3tFadRhUtd1u2LvqeFqfRA39inoVZm07uGb98+4qM9bV1W7SW8jKT2i1o4QHUC/nYqBx94RAbChUexdQBPV4fksk6FISqsLuxwqevwruq0LNDyG0A68pGFB0iE5czIVvxQkjg49T3qTtR60jPQY52OCptKvoSQt+Ms/3L4GAAwZAmAALRH6q8V2s98T0Xj8NppNL3ThisdTd23ENMDzpfvZ1MUMVXxQR996/Wphj72nAkVTreLWPaftljsOLClvIyk9ojbISW8AtwhD/2vxuTlVOIzfPubTqn0pYfZR2Rbtlaev//DHv77qB4AHU+ydd3gx2EArnITS6tJ6YcX+MB2DUW5qFLRQHAEjZkxGubpG31Ljwbdv0/hrob+KS8fF2wEukB7jRNAUAOBaCIABPExpzk64st7FggzOOTHH6fQwGoBBiQPS1/vz//5/y3ku0nSlhb1Q3XTtXIaBqdnLqi1tJKV/FuLDFQZJCGadcW4wp2wKYPbktGBFnL4Ogu56JjPYbVkmTQp2sx7Wki4vLq2u7JeblBXhLKT1kp7Q0URcc/k2e30lou/v7UY4npkfp5d6empqcjsAAAB0CQJgAA9UlLMTriZxrlnm3swx2GawTfcB7kefe+ZenINkVmTSxV3ThMnnRETyWqDAbZIIWPlMB4hdnOd2Jr0FivSIWltCdADtV174zJmj7il1spmLlWnmcp7Z/8fp64CcYwalbeMuu6lgF0Ce1EBc4szh+RdmukQ8Ps5FLcEf8BwBAABANgTAAJ4qXL07ySb88mM+VYmIgq/zkB7uqJPD3VpVAQyUEg3DOo2P4mw/Lh9z5VvMiELXH27ZO1F3A4+yufW90foW9nF/PyRfX/bE5j1tHSoA0Hu+JQQfNHP5MXsl+t7G8yDFwEam3qF4DCROX4dFsdfLw+JARN8+6QP6o8a1XZX5NeETa9TgCrq7C2a5ithISUksClthOMKVtTjUvfNoNnu9lGAmfUEAgGsgAAbwTMKg3VSqrGK7+vR8Zs6ZMaF6mwgS+rARmf/80z+6dQ2A9lN0e3ecRh2cODPUfUkbqLqrubtgdE6Ir9ljTvTjf/n9ld/6AdDCvj+KJoQBQK/52/jcUJheqev6dHYuDDt1t0tHv8q6I0o/fYXWU2y3zvDQUk0LdosXeUjl/f47DOPkinMErHK8V9woUUNvgK5QdHd3dCn0/eB7uz0Q0Wg2m6oFWTW6ezze9NoH6JjgwFj9DaXkrqVhYukLAgBcAwEwgCdKNhAKGoqL++m8cFAvANxKsd3dabeOM0dlm6W3vvpMW7F3AU1UhxN3VOt1cMPiAQCgfZL6FNNLfy4pyTwcvvkKXw9ib+DywmicvkJTHSrY5Y6qOkSkaebb22w6X5rMYcSd99W08KWc1FemK6w7OvZsWBRdV/Qh1TQC3I/0/sdoqAwAUiEABvBEF0crJ/vp9TbU+92HDeA+xH6I3DHUTcW238W17J13eDEYETOsGUJgjxHv7iL5GgAgq6o+JZmhyDfvn3FZV3UqiPTTV4D24Zxxzhwn/nfupRyGq8W7E191ZcLBGHsGAF3UsGD3e7vdnOdlF3/mS18QAOAaCIABtFyyn0518mhv7sNGRL/9Tz+/8skCdJXEfoi665nMYHFHKdlPFbKSYgS09wMAKFV0iIxnKJ5a02qmnK6FDU9fAZ4s6nQXhmEQfG23m/2e80v5hMEiiX5pywA7tD0T1/CpRa0RAfqqYcGurus2uaF/Hq2dzwGVs2D9BQAACiEABtB+uhss96c82rL+GyL0YQO4SnE/xObrnHtKcWfh23j/3Zu/cC4UIwzM/tv3czfG/ZQKvxrDLg/AkF2XN1Wm6ekr9INvTT73RETjj+5NgFMURVFsXbejf9aLhxX3C5Uz9uwH+l9vXQOuFNfwmd7RxdELoIqiJ5XfUnJAcwvS//THUp4pAAwWAmAAT6SOtCjtlm19t6oBeZJHyx3Veg0utmdDHzaA60T9EK13g537IZpXLGKvl4fFgYi+fcJsgTsKfes9bjGE+FeEO4Zx7VexywMwXNpyXW/D6n6nr9ALp1jRWLgpXFmLQ93Hj2azV1JVVXl6QkYmHpahzpbebKqXvKrljD374Tc3LwF3hElvADGhp/IhILr9+Jda8Ef/8S9uXhAABg0BMIAnSj7UL20hiHm0zFDJCy7mFKIPG8CVUkPB2FUTHBTbRauGZppsInx/bw+HfdIfnojI9BDpBwC4mvY2rXmueNfTV+il4MAanE4ld9XM5ce8aiDdMym4vOqeMAxvfZQYmMWkt96THuPsc9A0OTnYf4ck4cAtLkgIgAHAbRAAA3gmYQvBmNByPbcrcgUVe+cdJgaLNhFqnGyjDxvA1cShYM9+LsNw0yYChm/I6rakyngqANBBDYYo3vf0FSDGmWOwjdTWnDBgvqVecaqZOXCZHnqrDIj0GGevg6bxVFFJJWDigvRXty8HAIOGABhAI7JzdhR7vdxEvY05c1R2qD6l1t2dR9EmQh3owwZwk2go2GqxPRARjRAbaKFWZ4c/lJxuSwAAl9339BX6p2GKxvd2u0mqvFs/0rjTY8/gFsg9AgAA6AYEwAAakZ+zo9i74DUaOFSLMKCo1urowwZwE0VH/eRDNN1EaMV4EACAYbrv6Sv0TcMUDV3XbXJDP2pGTe0fadyfsWf9ps89c58chTTqhkDtAAAgAElEQVTTHJffOe60rWnmWLifmA+H3KPekx7jRNAUAOA5EAADeD5Fd3fHeeh/LbZU52wmur9vvX+mJuAAwANIz/M9L/h//iBhsVLtb2GPTQQAgC655fT17k8OekDR7V1Ak6jUsHMjjXs59qzzxCm/RJztx97aLfll+xYzorjmh9vi4Cvcl/TLk15f74TnSzxNUt8UYUEp6wHAkCEABtDI/XJ2lIZ1Joru7nRUdwE8XkGer4QF/1zacoXQwn7IwjAMknAlcswBBmr/7fu5G+OMhMKvxlS1eM/uytPXf/x3f5/cFoZhtBQOTJCVzJuTNVOm7TD27N7EKb+cGereXK5d/LYBbhZ+bU7pLQ2GitZdUMZ6ADBoCIABNNLrnB0AAOiP0F8tPp2yUgskmQMMDXcM49qvmt7Rvc/hwrfUKJ3CrB4kBsOURMD23yF16DOr32PPOi+a8mu9G4xz5qhss/TWOCUCuIW/cE5HMHMm5eCVWvDXv/uDjDUBYLgQAAPoqLv1YaPx3/3JH0lYDwBaBC3shyWMUpur7sKZYzBHQ+IzAAC0l/I6JupgCZicsWf3enZA6X6I3DHUjVneD7EEJr0BEBFR6FvvcWsQGfGv3IK//uXNawLAsCEABtBZ9+nDRjSmn0pbEgDaAS3shyOM6ykSmqYRjcfj/X4fH+uJiOiU+IxeSwD9hXwFgI7IjT37s//52U+p527sh4hJb70nPcbZ/qBpkzHP39/bw2G/T82lN71Mcrb0BQEAroEAGAAAAEBPpKJfmmZ+rOdFocpUe0T0WgLoM+QrQFNN9iuz4qlycJ3U2DMEwB6huB/iPb8jJr11hvQYZ/uDpjeNedaWQe56QvqCAADXQAAMoJH25+wAAMBQ+VZ8ialVtvJRdNvVT9s9ROdeS7jCBACA2/YrJQvPETVtNJAyRHHs2bOfy3BE/RCjs6KoH6JZ41GY9AYlpMc4Wx80lR6hQ50kAMiFABhAI+3P2QEAgGEKV59xt3yvxnRIRXd3Hr1E25zsczXX23pVDQAAgxR+bU7hgvHrUD6hhLFnz34qw5IaClbril/OpDeEwFpMeoyz/UHTpm2TL6Z7S18QAOAaCIABPETrc3YAoNcG2MJ+ePyFc7pAbtAtX3c9kxmMiLiz8G1swwAADF575sYJH2wzfD7B/YlDwe74LVKT3pB91GLSY5ztD5pibjQA9BMCYACNtD9nBwAgb4At7AfH355+y9py3uRzRp8vNRZtw2x9V8dHFADAwLVjvzL0rfe4E+O9418YewaJaCjYarE9EBHdo/dmatIb0fPfbSCT9BgngqYAADdDAAygkfbn7AAAyDO8FvadlYxJeZs2+92K40ZCQnASoGd8a/J58wb9+KNGW1WAEk3CS9/f28NhnyQQEjWqa75SS8eeEf3rc5/LcCn6XYvicerVd9JjnAiaAgDcBAEwgPtDzg5Au0jP821/4vAAW9gPTXC4ekyKMG4El9QAPcT5zb28xjKeBwzWTeElbRkM6oRBHHtG9N+e+2TgLM4kkJQNgFOvvpMe40TQFADgFgiAATwGcnYA2kN6nm+bEoeLDbCFPQAAAHTYA7smt3Ts2f8gV8KSIMUpkwDZAFCP9BgngqYAADdAAAzgQZCzAwAdgxb2AACdp7tBML91kRZMhILHCVfW4lD3zqPZ7JVUVVUqXiRNw0sXlruDlo49++E3T30+AAAAAL2AABjAoxTk7AywDxtAG0jP85Ww4H++7eF3gxb2XaGOtOgzpnmShTBu5A6T3gHg2R4cSoDOCw6M1a9rT+5aWrHVjvDSQ8kZe/bDXZ4btABOvQAAAB4IATCAJxpgHzaANpC+ESNhwf/8L7+X81xkQwv7jkiSLDZfod2ktE4cN4I/BwAAXIkzx2CbZbBDeTfGnkElnHr1n/QYJ4KmAAA3QAAMAAAAyqGFfUfoMzPKw+fOwrfrb52lxo3c6bkBAEB3NKxr/95uN0n5EndU6xVDPq/0wLFn8EQ49eo/6TFOBE0BAG6BABjAoxTk7LSxDxuRSr9a3roGAAA8WBwBI2ZYs5q7j751TlHXlnNswgAMSxiGQdKm7fFzl6ClGta167pukxv6q3cj2tVv8CHUFgMcewZPkpv0Bn0kPcaJoCkAwE0QAAN4kKKcnTb2YSOi3/5KwlMBAIDH0l3PZMYpBDYZXWxCld6D+UDLKoCBCP3V4tNhvPirKEGBqyi6vQtoojqciNjnaq536VMFY8/gCnImvUHfSI9xImgKAHAzBMAAHgM5OwDt8f+3d/c+bkTrfYCHF46bm95IHVKIBRWuh8gfMFSzQBK1AlKQTQCy2SoCAhjq1JBIExJwsUUaVWrEaXybAJzOFwiwUKGZwokBp0qTf4Aplt/fH8Nd8vB5KmnJOXznY7Wr+c17TunP+ZY+4DUxhf0NWYjAsk6t8n3rfezV+9/uwcB9KHqtz1ujrxfZoNMYdOJm96l/SwEG12C+yue9THJs2bO7ZqW34JWecQpNAd6GAAwuzzM7cF1Kf8639AGviCnsb0vSz4dRbfIj5+U+dhRFcRxHUfThw4fn5+coy5ZvfsfN4ZP/TUP4irRVW71ZG8fx7N+GpX8cskGn9ir39WczxdU8EhGAeQL2/LuIrvv3myWWPeP13MKv/7woPeMUmgK8DQEYHMUzO3DHSn/O9wYeHDaF/c2pJv1x/n65yePltvZq8hVFkSYPuBdL6VccN788PW6aom2pPfQS9/WLtPft67+N/nb6dzPFhaX67kMU3WAL2B0ue8b5rPTGZqVnnEJTgDMJwOAo5T6zYx42eBOlP+dbwoDRh8O3fy2msL9Z1XZ/1H60zA8wkbZm//i+NH1u+96vJu1+8vGh9bkxOOC+flGkP799/T6Z1/bDpy+PH3fFCC8/BLIo+oc/nrYbcE1ue9mzO3TMk6yrptN3L5HfB6/0jFNoCvA2BGDwGrbcaDQPG7yJ0p/zLWHAf/O//8vhAxzPFPZ3qJq0+0m7H0VFUeQLZ6tWc78G7kvR+zp79mA42v+vbzXpj4ZR5SUz23JffxZmzWXZjsXDDlh9DG7P/S17dsPOepKVu1R6xik0BXgbAjA4ynU8s3OP87DBWyv9Od/lAaPoogGYKezvWbVa9fQo3LGFqWcPf/Yg6Q+bg8YgiqKs8y1tr2y3YTmxiWzQqT1HS79SrmVl8RHFc1uKaaNM/P5OFnW72WXPAADuhQAMjlLuMzvXOA+bu9KwXenP+c4HvE6msAe4demPSVQVdx+P+S0veezGg5dnNH6k/WRh04UJFV/+XX94F0W/fyysHTaPzNJWfTn8ag6f+tHf/OnEneG6FT+/T072h3f38qP+Vpc9u0PHPsm6eZA7SXYBICQCMHhD1zgP28O4/9eHjwB3pvTnfF8rATOFPcB9mrfkfPp43L/C237kzRK1KGoOZ7+IJkny8WHaGDbpk15Ov+azI/755L3hqi00G1rnk6tj9jkAuFMCMLg1F56H7Wvv8b+XUicEqfTnfGcDXpYp7AHuU/7r5JaczT/yZona2oyK1XnTWPb9Z/Hu1zz9ipvDp77235C9zHQ5+Yv8CwCAayEAg1t0wXnYsl/52aMBABCkWaK2YZWnhV8ov3/+On1fd/hk7ttbUhRpfuj/B37//vHr1/N8SvUoOmqtuQDc37JnAAC3RQAGN+mC87A9/47+1dnDAQAQsk0tZfO25izLoiiKm8PRPYUhYci/NRZWeTtS3M3v6ozf47JnAAA3RQAGt+ly87Blv6J/9y/OHw/CVPpzvvOppACgdLX38ctveMc/M3Xuj7y4m4/OnKibGxI3u18e763Xz7JnN6Totb79OvTN7x8e3lnBFgDCIAADgEOV/pzvfEAAKN/8EafvP4v2MXnUmT/y4u6T9Os21R6Hw4dj3n+nKYFlz25M/mswOLy1cf7Wu4x2ASAkAjAAOFDpz/nOBwSAS0gemi+3crPOt7R9+Ox0Z/7Iiz99dL/4RlWryb3lWZY9Y7ts0GkMvmtoBYCbJQCD23S5edji91F06H8A4Y6U/pzv8oBnDwcAm8wSsGjQaD2MD7tRn7amP6Hi7uMpP/IsiMQNsezZPTiytfH3jx/f5zln1qm13h34zycAcF0EYHCTLjgP24d30f8VgBG20p/zLWHA/xH984EDAMAxkv6wOWhMIrD6+719DMsPaHzR9QCbmRvvphzZ2pgkSTvqF2nvc+OlG/aIJwgAgGsiAINbdMF52JoPSfR3P8sYE65W6c/5ljDgX//TqdsDwG4LEVjWqVW+b71tX6S9b187g9kjGmZ24y5Y9owtqkl7lEf1WieLomjwtfeYeCQAAG6NAAxuzYXnYXtIoujvzh4TQlT6c74eHAbgdST9fBjVJr/wZYNOY9CJoiiO4yiKPnz48Pz8HGXZ8qqUcXP4JP7iLtzhsmccrvrxU9zJsiiKsl95FLlSAODGCMDgDV3jPGxJFP3jgSPArSr9OV8PDgNw5apJf5y/b31e6O+aZF6ryVcURXGz+9Tf0+jw/DtN1744XVN286sTfxX95YFFA7y5eQL2/LuIPLoGADdGAAZv6BrnYYM7UPpzvh4cBuAGVNv9UftxZZrDZYc3J2edRuO0V//hj3+/f3iAK1F99yGKtIABwI0SgMHtMQ8bAAAnqSbtftLuR1FRFPnC1AG1moc5AACAsAjA4A2Zhw0AgDdRrVZP+D3w2N82N/kPZ24PAABwEAEYvCHzsAEAcENK+G3zz9GfyqkF4BUU09UN4/e1t60EADjeH966AAAAAAC4OsXP75NFEz+887ApANwcHWAAAABBKnqtb7/OHeT9Y7/tti9wl9JvnUn+1XxI3rYUAOAEAjAAAIAg5b8Gg8G5gzQf+pEADLg7Rdr63Jj+Eyr/AoCbJAADAAAAIFRFkeb5ge/9/fvHr1/Pz4Msm3+tOezLvwDgFgnAAAAAglR7HA4fjtzm94+vncHCfd/4fW3+l7RV//p8Xk3/Nfrb8wYAOFb+rdE4uR027ubiLwC4UQIwAACAIFWrSfWY2QuLtPV5Mf2Ku8OndrI0QrbYFHGSP565PcAriZvdL48r/wgCALdEAAYAAHDvirT3udFZyL6aw6e+275AEI5th63VatWjHh8AAK6TAAwAAOCeFWnrc2N349dE0s/zx/M+7P/9zf86bwCAYx3bDgsABEIABgAAcKeObvw6uyniz5EADAAAeA0CMAAAgDt0eOMXAADA7RGAAQAA3BcrfgEAAMETgAEAANyPCzV+FUWR5/n0b7Va7ezJEgEAAM4hAAMAALgLF2j8KtLet6+dhTxtSdzsfnk0rSIAAPAW/vDWBQAAAHBpRdqq1xbSr7g7zEdnpV9Fr1Wv1Bpb068oirJBp1Gr1Fu94vSPAQAAOIkOMAAAgJBdpPGrVWsMlr8Wx3EUffjw4fn5OYqybP552aBTG3zv5qO2VjAAAODVCMAAAABCdZEVv5bSrzhufnl6TDas+LU0PWLWqbXejfvJeZ8MAABwKAEYAABAkNJWZbFNK252vzy8i/I0zY8YpFZbCbfS1mzQ3b1k1aTdTz4+zBK4QaP1MG4d8dEAAACnE4ABAADcg2zQWZ228ADN4bi/EHEVva+D2Suj/R1d1aQ/GkaTIG7wtdeKPhxdAgAAwPH+8NYFAAAAcCPSb9PFxJrDg+czTPrD5sufss5FqgIAAFijAwwAACBItcfh8OHsQWoLf0l/TNq/4u7jMct5JY/deNDJ9r8RAACgJAIwAACAIFWrK8t3nav4/fzyh/jTx+MGrn78FHcyCRgAAPBqTIEIAADAIfJfkwjrw7tjg7XqO2t/AQAAr0kABgAAAAAAQFAEYAAAAAAAAARFAAYAAMAhau/jlz88/y6O3HS2fBgAAMCrEIABAABwiNlCXtn3n8clYMXP79kFCgIAANhGAAYAAMBBkofmyx+yzrf0iO3Sbx35FwAA8KoEYAAAABxmloBFg0br0AgsbTUGL3+Ku5coCgAAYJ0ADAAAgAMl/eE8Aqv39k6EWKSt+jT+ippf2perDAAAYJEADAAAgIMtRGBZp1apt3rp5hisSHuteq0xmE5+2Bz2k1epEAAAIIr+4q0LAAAA4JYk/XwY1SZ9Xdmg0xh0oiiK4ziKog8fPjw/P0dZtrzmV9wcPom/AACAVyQAAwAA4CjVpD/O37c+dwbznOsl81pNvqIoipvdp367+pr1AQAAmAIRAACAo1Xb/dE4H3ab8da3xM3uMB+PpF8AAMDr0wEGAADAaapJu5+0+1FUFEWe57Ov12pJVeoFAAC8IQEYAAAAZ6pWq1WRFwAAcD1MgQgAAAAAAEBQBGAAAAAAAAAExRSIAAAAHKLotb79Om+IVvSpnFoAAAB2EoABAABwiPzXYDA4b4jWHwVgAADAazAFIgAAAAAAAEHRAQYAAMAhao/D4cOR2/z+8bUzyC5SDgAAwHYCMAAAAA5RrSbV6hHvL9LW58X0K+4Oo/9cflkAAADrTIEIAABAyYq0V6/UGrP0K24O8/GonbxpUQAAwB3RAQYAAECJirT1ubHc+PXUTo5pHQMAADiXAAwAAIByFGnvc6OzkH01h0992RcAAPD6BGAAAACcT+MXAABwRQRgAAAAnEXjFwAAcG0EYAAAAJxM4xcAAHCNBGAAAACcQuMXAABwtQRgAAAAHEvjFwAAcNUEYAAAABxB4xcAAHD9BGAAAAAcSOMXAABwGwRgAAAAHCJtVRqD+V/jZvfLw7soT9P84CH+KvrLCxQGAACwSgAGAADACbJBZzEPO8g//PHvL1ILAADAsj+8dQEAAAAAAABQJh1gAAAAHKL2OBw+nDnGfyilEgAAgD0EYAAAAByiWk2q1fOG+HP0p3JqAQAA2MkUiAAAAAAAAARFAAYAAAAAAEBQBGAAAAAAAAAERQAGAAAAAABAUARgAAAAAAAABEUABgAAAAAAQFAEYAAAAAAAAARFAAYAAAAAAEBQBGAAAAAAAAAERQAGAAAAAABAUARgAAAAAAAABEUABgAAAAAAQFAEYAAAAAAAAARFAAYAAAAAAEBQBGAAAAAAAAAERQAGAAAAAABAUARgAAAAAAAABEUABgAAAAAAQFAEYAAAAAAAAARFAAYAAAAAAEBQBGAAAAAAAAAERQAGAAAAAABAUARgAAAAAAAABEUABgAAAAAAQFAEYAAAAAAAAARFAAYAAAAAAEBQBGAAAAAAAAAERQAGAAAAAABAUARgAAAAAAAABEUABgAAAAAAQFAEYAAAAAAAAARFAAYAAAAAAEBQBGAAAAAAAAAERQAGAAAAAABAUARgAAAAAAAABEUABgAAAAAAQFAEYAAAAAAAAARFAAYAAAAAAEBQBGAAAAAAAAAERQAGAAAAAABAUARgAAAAAAAABEUABgAAAAAAQFAEYAAAAAAAAARFAAYAAAAAAEBQBGAAAAAAAAAERQAGAAAAAABAUARgAAAAAAAABEUABgAAAAAAQFAEYAAAAAAAAARFAAYAAAAAAEBQBGAAAAAAAAAERQAGAAAAAABAUARgAAAAAAAABEUABgAAAAAAQFAEYAAAAAAAAARFAAYAAAAAAEBQBGAAAAAAAAAERQAGAAAAAABAUARgAAAAAAAABEUABgAAAAAAQFAEYAAAAAAAAARFAAYAAAAAAEBQ/uKtC4A9/vHf/6e3LoFV//F/PpQ74L/+b/+n3AGv31//0z+/dQncmD//yz+9dQkA8Br8/n++0n9d5wrd4f+hANZd+d2VO/yPfOm/yPmthjPpAAMAAAAAACAolfF4/NY1AAAAAAAAQGl0gAEAAAAAABAUARgAAAAAAABBEYABAAAAAAAQFAEYAAAAAAAAQRGAAQAAAAAAEBQBGAAAAAAAAEERgAEAAAAAABAUARgAAAAAAABBEYABAAAAAAAQFAEYAAAAAAAAQRGAAQAAAAAAEBQBGAAAAAAAAEERgAEAAAAAABAUARgAAAAAAABBEYABAAAAAAAQFAEYAAAAAAAAQRGAAQAAAAAAEBQBGAAAAAAAAEERgAEAAAAAABAUARgAAAAAAABBEYABAAAAAAAQFAEYAAAAAAAAQRGAAQAAAAAAEBQBGAAAAAAAAEERgAEAAAAAABAUARgAAAAAAABBEYABAAAAAAAQFAEYAAAAAAAAQRGAAQAAAAAAEBQBGAAAAAAAAEERgAEAAAAAABAUARgAAAAAAABBEYABAAAAAAAQFAEYAAAAAAAAQRGAAQAAAAAAEBQBGAAAAAAAAEERgAEAAAAAABAUARgAAAAAAABBEYABAAAAAAAQFAEYAAAAAAAAQRGAAQAAAAAAEBQBGAAAAAAAAEERgAEAAAAAABAUARgAAAAAAABBEYABAAAAAAAQFAEYAAAAAAAAQRGAAQAAAAAAEBQBGAAAAAAAAEERgAEAAAAAABAUARgAAAAAAABBEYABAAAAAAAQFAEYAAAAAAAAQRGAAQAAAAAAEBQBGAAAAAAAAEERgAEAAAAAABAUARgAAAAAAABBEYABAAAAAAAQFAEYAAAAAAAAQRGAAQAAAAAAEBQBGAAAAAAAAEERgAEAAAAAABAUARgAAAAAAABBEYABAAAAAAAQFAEYAAAAAAAAQRGAAQAAAAAAEBQBGAAAAAAAAEERgAEAAAAAABAUARgAAAAAAABBEYABAAAAAAAQFAEYAAAAAAAAQRGAAQAAAAAAEBQBGAAAAAAAAEERgAEAAAAAABAUARgAAAAAAABBEYABAAAAAAAQFAEYAAAAAAAAQRGAAQAAAAAAEBQBGAAAAAAAAEERgAEAAAAAABAUARgAAAAAAABBEYABAAAAAAAQFAEYAAAAAAAAQRGAAQAAAAAAEBQBGAAAAAAAAEERgAEAAAAAABAUARgAAAAAAABBEYABAAAAAAAQFAEYAAAAAAAAQRGAAQAAAAAAEBQBGAAAAAAAAEERgAEAAAAAABAUARgAAAAAAABBEYABAAAAAAAQFAEYAAAAAAAAQRGAAQAAAAAAEBQBGAAAAAAAAEERgAEAAAAAABAUARgAAAAAAABBEYABAAAAAAAQFAEYAAAAAAAAQRGAAQAAAAAAEBQBGAAAAAAAAEERgAEAAAAAABAUARgAAAAAAABBEYABAAAAAAAQFAEYAAAAAAAAQRGAAQAAAAAAEBQBGAAAAAAAAEERgAEAAAAAABAUARgAAAAAAABBEYABAAAAAAAQFAEYAAAAAAAAQRGAAQAAAAAAEBQBGAAAAAAAAEERgAEAAAAAABAUARgAAAAAAABBEYABAAAAAAAQFAEYAAAAAAAAQRGAAQAAAAAAEBQBGAAAAAAAAEERgAEAAAAAABAUARgAAAAAAABBEYABAAAbFL16Zbd6vd7q9dLigDFaaQkFpTs/C7a71YsnbU2+13q3WD0AALwtARgAAHCSLMsGnU6jVqm3Lnx7vkhb9Uqt8f33RT+FILl4AADgTgnAAACA82SDTq1eRpPXFum3xiC72OgEzcUDAAD3SgAGAADsEnfz8QZ5ng+7zXj6rmzQWJ+mrdoevby5n7xy0QAAANw3ARgAAHCCarWatPujcd6dhmBZ57OVigAAALgKAjAAAOAM1fZo2Jz8Oet8u9xEiAAAAHAwARgAAHCepD+LwAY/FhOwolevVCqVSmV9gbCiSFv1+uTlSqVSqddbvbRY6SBLW5VKpdIYvPwt69Q2D1cUaW95tEr9Zby1WldKetlwpYgdu/pS9rHvX91gyxYve1upVNYnkzzBbE+3jLb59as9PscXduDFc8w5mpyheq+IoiLtzTaq11vLn37UeY9mO1TZNh4AAHCCTbP5AwAA9242teGWNcCWzRKwqDncMMbiFxe+vMnSx82HXbLxMw4Ybrmk7VsulzvftLl5g3jb+7dWFjeHGw7qbG8POuT77DuBm1+/2uNzfGEHXDzHnqPJkHE3Xx184SAefd63bBF389k+lHJFAADAndEBBgAAnC15mAYCz7/3tK6krVon2/5y1qmt94ttU/TqOwfbsTDZoLF9y0FjvWsqbdU6g80bZBvev7uybNA4Yi/fxNUen2ML2+70Gr5/njaWTTS/tKsnjrl1i6xTa/3YNhIAALCXAAwAADhf7f2kiSX7le96X9H7OokO4uYwX2w9Gs7aYAZfpylG0h+Px+ttMP3k5Qvpt2lysDpYPpx1I2Xff27PRBa3W9hmbaO0NUs8Frp45lusrH62EPLFze6862exrkFjNQp52dvxeDyapClv76qOz5GF7bt4Tq8hy7IoiuKFjSaDnjDm/BrecOQGg+WcDQAAOIIADAAAeD35r8nt/uaXflJdyHmqSXs0nQpuT4g2lf6YxAPN4WhlsGrSf+rui+Saw/HidtWkP6tgZaPZJ8XdfNRPFreYBizz1G717e3Z+6NqNemPxps2uUZXe3wOL2y7M2uIu/loYaNTx1zIg9eO3J7JPQEAgD0EYAAAwOuZdYoNvvbS1Wih2h4td+nsNuuY2vj26rsPO7eOu4/rm1U/fprUtziV4zxp+7LWm5U8rqV207fH3aeNrVxJfxKF7GxOe2tXe3yOKGy7c2v49HF9q+PHLH5+z7ZuUm0/icAAAOAMAjAAAOD1zGOprNOoVSqVer3V6q1nYScriiJNe61WvdLYOX3cxghjy5C/n1/+0HzYkLStpXazHGT7J0xjwEPbld7A1R6fIwrb7txz9OHdjvzr8DFn/ZCbxltM9QAAgOMJwAAAgBLF72s7X5+1wUxk2WDQecnCKvVWLy2OjsKKIu216vV6pVKpVCq1Wq3R6AwG2f4NDzWNKfbt2oqsU6tsMVsp6rB2pSt3w8fnxBp27ukJY24bb18XIwAAsIMADAAAON+sl2W/pJ8Pu81NrS3ZoNOo1Sr1w5fGKnr1Sq3W6AyyrMTE6yyzfig2uobjc4kaThjzGg4FAACESwAGAACcbbYK1EET1FWTdn80HufD7sYgLOvUDsvA0oWxu5MAAA2pSURBVNaspWby6XEcN5vNbnc4zMfLnWavL+7m431GGxeLug/XcHwuUcPhY2rwAgCASxKAAQAA55rlX1sWM9qsmrTb/dF4PB7n+XA5DMu+/9ybgBW9r9PUrTl8yRxGo9Go3++320lSYnBy3Ipds1Tjihf4KtftHZ9L1HDOmNs20SIGAABnEIABAADnSVuNaRLVfUx2vrXoTZbqaqWLX65Wk0kYNm3b2p8iFD+/T5ae6j71N+Rd81DuXLNoY/Aj3fDy6j5N86Atb38te9qLZoevxE+6neNziRpOGHPPJiWeIwAAuEMCMAAA4AxFrz6Nv6Lml32zxc2zkq+HL/R1SlXzUK4E85xiQ9Xpt8k0jPH7WhRFUVT9+Gn69kYr3bSXs0joiNXOTpd1vq2lK8Ws6jLc3vG5RA0njLmwya4jBwAAnEIABgAAnKAoirTXqlfmq3Dtbf+KoihKHqYtXp1avZUWC3f9iyJtzcK05sP6WMvzIs6nnOt8XswbirTXqtcW46/n32fGKNX2l+Wq55+1UPEs/Zu/PRo0VvayKNJWfXrMDlow7WSzWCoaNBaKfqmgxHjwNo7PyqSal6jhhDHXjtxkiyLt1SulniMAALg/AjAAAGCXrFOrbFCr1RqdwaxDJe7mo33tX1EURVHSn85yGGWDRq22OGJjOl5z2F/Iv2ZJzrSUl7n0ZllalA0a83GWyirLStXzz5p+1HL6t/D2lb2sLW7ytHzE0lalzManhTxmsehJBc3hvMTzvcrxOcmWi+cyNZww5ubvh1qjk0VR3O2WeI4AAODeCMAAAIDzxM3hgelXFEVRlPTzbrz95bjZzftL7V/zieImJi1dSX/Y3DZQ3OwOp5+yfz2xAyT9fOunbUj/kv54e3GbNynf1gMUrx7iMj7rOo/PtovnQjWcMOa2Ixd3n9rvjvt0AABggQAMAAA4RRzHzWZ3mOfjUT85LiaotkfjPB92m/Hiff84bnaHeT7qr4UO1fYo7y5mBNNEK+mPVod5GWU86reTWQfU4MfaIlgnqCb9UZ4PVz9tmI83xyRJfzR+qW6tvG2blG6t5JfPv8inX+nx2XrxXKqG48esrl7H8ZGZMgAAsEFlPB6/dQ0AAAAAAABQGh1gAAAAAAAABEUABgAAAAAAQFAEYAAAAAAAAARFAAYAAAAAAEBQBGAAAAAAAAAERQAGAAAAAABAUARgAAAAAAAABEUABgAAAAAAQFAEYAAAAAAAAARFAAYAAAAAAEBQBGAAAAAAAAAERQAGAAAAAABAUARgAAAAAAAABEUABgAAAAAAQFAEYAAAEKqiSHuter1emavX661eWhRbN+lN3t1KX7PSpRLSXrq1vruz4WjMzlG995bHKW1dQxW3pOxvLt8pAACwkwAMAADCU6S9Vr1SqzU6gyzLFl7IsmzQadRqlXrrCu+dF2mrXqk1vv9+60KugqPBNq4NAADYTwAGAACBKXr1WqMzyHa+KRs0atfWu5N+a+yp+p44Gmzj2gAAgAMIwAAAICRFr17rzO6Nx83uMM/z8UyeD5txPHk169TebqZDAAAAuBwBGAAAhCNtzdOvuJuPR/12Uq1W52+oVpP+aJQPm5O/DxoiMAAAAMIjAAMAgFAUva+DyR/jbj5qV7e9sZr08+6kD2zw9comQgQAAICzCcAAACAQxc/vk+6vuPu0Pf16UW1/mXSBZb/yPQlY0atXKpVKpbJl0bBdrxdF2qrXJ69XKpVKvd7qpcXK+9JWpVKpNCbxXdapvbx3rTttdbSNgy0O+VJSkfZmG9XrrXTP/k42ne7Oy4fOPrLVW9q+SHutpYJ2jX5Y/YcejVkFrbUhd+xdUaS99Q12brG4i3uP3/Tobbtadikuti9ln9PZNf9yVpaHq7d2H9Ad+17WtXHEdwoAAARrDAAAhGDW0xU1h4dtsLQ62Mogi2PMvhh31zbY9fq8og2W3jubknHZ0o7sGC1uDtcKmwwZd/PVwbfsxXo1cTff8qmTIfJhc2NNG0/A4fXvORqLh3tt5+YjbjxTWwper2F31XE3XzpKm47e/uO8+klbaitlX8o+p4vfKDvH27LNIUd5075c4DsFAABCpQMMAACCMO//aj4kB21RXVodrHSL65FtkHVqRyw/VvTqO0bLBo2tg33/PG2XmWh+2dcdN/dzyz5knc+9ouh9bgw21rS+strp9e/y/XNtZecWRlwfMG3VthS8pYatVWedWuvHkcXulrZqnS21ZYPGejPZ0fsyU9o5nfjd+7ztGB3WA1futXGZKw0AAG6RAAwAAIKQ/5rOf/i+9raVRFG0uB5Z3Bwudprlw1l/ynz5saQ/Ho/Xe4r6kyRvIUuLm915D0u+0K6zJaDIsiyKonhho/5h8WAURVmnM1iuf95wlXVqtU621FKzsGfR4MdiMUfWv+dorO7bUn0LJaws7pa2ZmHZYhH5sLvtGKbfZknK0m424yiKBoPN0duk+vF4vGMRulVLta1+UhRFWedbuvX9B+3LVGnndPbVztomsxpWy96862VeG2d8pwAAQHg2dIUBAAA359SZ55aVNgXirJxN89dtmQvuxEn1Nr88nyvu6AOyMM3c+raLc9DteHXxpZPq33o0lma42zCj3eapMOdf3VTEpld3bbFYwlnX24sdB2jTS8fvS/nndPcR2FzDpsu+3GvjtNEAACBQOsAAACAsH95dcmLDQ9XeT272D7720tWJ4Krt0cv/Rw7qxkp/vHT7xN2njT1FSX9yYz/7/nPDlHPxp48nH5AN0yUmD/MUYb2e2avZr3z6tTPr3yHuPiZrI1Y/fpoc+uffs+EWJsjcNANktf1lWve0htkWm8qutp92re92pOkB2ni4HycfND+gx+/LklLO6YLNx2d3DTPlXhuXu9IAAOAWCcAAACAsC7HHG6q++zD5U9Zp1CqVSr3eavXWs7D9Znf1twdZ07RtY0JxRiC4ezW1Awc+t/7tjoj2ZhNkbtultaBptsXm3ZzHbGcrfj/vqG09LD1+XxaVck4XbDkJe1KziXKvjctdaQAAcJMEYAAAEIRZy9WVmHWbTGTZYNB5ycIq9VYvLY6NwrJOrbLFbN2jDeHfdSyJFp1cfylmGdMBR2Olhm1bzBPOc00DrQPP1Bn7cgnbIrOjvh/LvTbe8koDAIArIgADAIAgzAKJI6Y3K45OoY6R9PNht7kpBsgGnUatVqn3Dvj4Wd5xo66r/u0dTiuB1nWVvdHB+/K2dkRN5R7kGzhlAADwqgRgAAAQhlnLycHTm6XfapOGrPQyJVWTdn80HufD7sYgLOvUDsrAXsTdfO8ax6ONSx9dh6uof3sasxKfXFWGtNnB+/K2DplVsdxr4yquNAAAeHsCMAAACMN8VabB14NipemSQVF04VkCq0m73R+Nx+Nxng+Xw7D97WrzzrbbXLboKuo/oIhta35t26K8kOnIdanO2JdL2BbDzWrYodxr4yquNAAAuCICMAAACMQ8Acs6n/dGYGmrMcm/ml/2dIPs6QYqfn5fu9df9Ooviw4tN5dVq8kkDJsuELb/Zv2ss23w40KNapd1FfXvLWKWhk5X1tqzxaaTfqLZ5bXlk1YvpeP35ZK2XMCzGpoPyfaNy702ruJKAwCA6yEAAwCAUFTbT91ZBLZrdsEibdWn8Vfcfdxxh35Z1vm2dme9SL911qOQeahxWDfaDgudbY1WummwWURyxISKr+cq6t/THlj0vk4vh08fqwdssfGkn2oe3Oz6pFmadfy+XNSgsT6D6LyGnflXydfGVVxpAABwPQRgAAAQjoUILMo6tUq93uqlxfxed1GkvVa9XmsMJvFF3H06YDGgWUIRDRr1+a31okhb9do0SVuWPExbvDq1emuxhpfNGjsCgpV5EavtL83Zx68M9lLCNCJ5lcDjaGfWv3+WyOOKyDq1eqs3P4lpb17BYgkrW8yqLtJevbL5pJdT2zy6WbpQ5n2Kx+/LZQ0aC0UsndE9+VfZ18atf6cAAEDJ9i6OCwAA3JThwhpbO8XN4eq2+TQ/W3lpOmPhJs3h9NW4mx+4zWzTjR++/vIBYy1/+HhzTQcewI3lnfPq8fVvPxqzF7bs2tbX9xaxtkfbt4i73S0HeLbNUUd+T21rYx27L2Wf0/lBjrd/t62MtuWbq8xr46TRAAAgUDrAAAAgMEl/lO8NweLmMB/1D578MOlvGTHu5ttGSfpr9+mXK1jddD6F28Tz72kHS9LfnevF3Xx0QCvbmzmh/h1H4+QidlwXcXO4fia3bRF3n9rvzivmiNo2ndzj9+VCPnwZbcyc4uZwfFgN5V4bt/6dAgAA5RGAAQBAeKpJfzTO82G32VzuUInjuNkd5vl41E+Ouwue9Ed5PmzOR3sZaefN9Gp7UsVKDc3uMM9H/bVNq+1R3l28e/8rXypg/DLWwhtmu3P99/SPrn/n0ThN9eUsLp2QlxK2XRDVpD9a2iCOm3vO+nm1NVcOz3DbyT1+Xy4l6Y8XT9Sk6GMSuHKvjVv/TgEAgJJUxuPxW9cAAAAAt6PoTRbUOrjRCwAAeGU6wAAAAAAAAAiKAAwAAAAAAICgCMAAAAAAAAAIigAMAAAAAACAoAjAAAAAAAAACEplPB6/dQ0AAAAAAABQGh1gAAAAAAAABEUABgAAAAAAQFAEYAAAAAAAAARFAAYAAAAAAEBQ/j97ZqKfKQNfUQ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14" name="Tartalom helye 13" descr="C:\Users\SZTE\AppData\Local\Microsoft\Windows\INetCache\Content.MSO\C51B3C95.tmp"/>
          <p:cNvPicPr>
            <a:picLocks noGrp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331" y="1825625"/>
            <a:ext cx="4351338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Tartalom helye 14" descr="C:\Users\SZTE\AppData\Local\Microsoft\Windows\INetCache\Content.MSO\88A786E7.tmp"/>
          <p:cNvPicPr>
            <a:picLocks noGrp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1256" y="365125"/>
            <a:ext cx="4787153" cy="63799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0191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ím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7" name="Tartalom helye 6" descr="C:\Users\SZTE\AppData\Local\Microsoft\Windows\INetCache\Content.MSO\AEB4788D.tmp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48694"/>
            <a:ext cx="10515600" cy="3505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9783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hu-HU" b="1" dirty="0" smtClean="0"/>
              <a:t>PK-15 TSS </a:t>
            </a:r>
            <a:r>
              <a:rPr lang="hu-HU" b="1" dirty="0" err="1" smtClean="0"/>
              <a:t>Clustering</a:t>
            </a:r>
            <a:r>
              <a:rPr lang="hu-HU" b="1" dirty="0" smtClean="0"/>
              <a:t> </a:t>
            </a:r>
            <a:r>
              <a:rPr lang="en-US" b="1" dirty="0" smtClean="0"/>
              <a:t>Conclusions</a:t>
            </a:r>
          </a:p>
          <a:p>
            <a:r>
              <a:rPr lang="en-US" b="1" dirty="0" smtClean="0"/>
              <a:t>IE180 Anchors a True “Immediate” Cluster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fact that IE180 sits in </a:t>
            </a:r>
            <a:r>
              <a:rPr lang="en-US" b="1" dirty="0"/>
              <a:t>Cluster_3</a:t>
            </a:r>
            <a:r>
              <a:rPr lang="en-US" dirty="0"/>
              <a:t> with excellent silhouette support confirms that cluster as the earliest wave. UL52 (a known E gene) also lumps in there, indicating it has a very early surge.</a:t>
            </a:r>
          </a:p>
          <a:p>
            <a:r>
              <a:rPr lang="en-US" b="1" dirty="0"/>
              <a:t>Many “Early” and “Late” Genes End Up Intermixed</a:t>
            </a:r>
            <a:endParaRPr lang="en-US" dirty="0"/>
          </a:p>
          <a:p>
            <a:pPr lvl="1"/>
            <a:r>
              <a:rPr lang="en-US" dirty="0"/>
              <a:t>Several clusters (notably 1, 2, 4, 7, 8, 12) contain both E and L genes. This underscores the continuum of expression timings and suggests that some “early” genes keep going into mid/late infection, while a few “late” genes might begin transcription earlier than classically taught.</a:t>
            </a:r>
          </a:p>
          <a:p>
            <a:r>
              <a:rPr lang="en-US" b="1" dirty="0"/>
              <a:t>Sub‐Phases of Late Genes</a:t>
            </a:r>
            <a:endParaRPr lang="en-US" dirty="0"/>
          </a:p>
          <a:p>
            <a:pPr lvl="1"/>
            <a:r>
              <a:rPr lang="en-US" dirty="0"/>
              <a:t>Large sets of L genes split out among clusters_1, _4, _6, _7, _8, etc., implying multiple sub‐patterns among “late” transcripts—some might peak around 6–8 hpi, others around 8–10 hpi, and so on. This nuance is lost if one just lumps all L genes into one bin.</a:t>
            </a:r>
          </a:p>
          <a:p>
            <a:r>
              <a:rPr lang="en-US" b="1" dirty="0"/>
              <a:t>Biological Explanation</a:t>
            </a:r>
            <a:endParaRPr lang="en-US" dirty="0"/>
          </a:p>
          <a:p>
            <a:pPr lvl="1"/>
            <a:r>
              <a:rPr lang="en-US" dirty="0"/>
              <a:t>The transcriptome wave in </a:t>
            </a:r>
            <a:r>
              <a:rPr lang="en-US" dirty="0" err="1"/>
              <a:t>alphaherpesviruses</a:t>
            </a:r>
            <a:r>
              <a:rPr lang="en-US" dirty="0"/>
              <a:t> is not a sharp step‐function but an overlapping ramp—once certain viral proteins (like the IE180 </a:t>
            </a:r>
            <a:r>
              <a:rPr lang="en-US" dirty="0" err="1"/>
              <a:t>transactivator</a:t>
            </a:r>
            <a:r>
              <a:rPr lang="en-US" dirty="0"/>
              <a:t>) are made, transcription of many genes can be sustained or reactivated at later stages.</a:t>
            </a:r>
          </a:p>
          <a:p>
            <a:pPr lvl="1"/>
            <a:r>
              <a:rPr lang="en-US" dirty="0"/>
              <a:t>The cluster “mixing” of E and L is entirely consistent with prior data on “leaky‐late” or “early‐late” transcripts. Some also reflect that large transcripts can include multiple ORFs, or that host/viral factors continue to drive expression of nominally early genes in late infection.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21255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TES </a:t>
            </a:r>
            <a:r>
              <a:rPr lang="hu-HU" dirty="0" err="1" smtClean="0"/>
              <a:t>based</a:t>
            </a:r>
            <a:r>
              <a:rPr lang="hu-HU" dirty="0" smtClean="0"/>
              <a:t> </a:t>
            </a:r>
            <a:r>
              <a:rPr lang="hu-HU" dirty="0" err="1" smtClean="0"/>
              <a:t>analysis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19196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rtalom helye 4" descr="C:\Users\SZTE\AppData\Local\Microsoft\Windows\INetCache\Content.MSO\8C71F06B.tmp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719" y="914400"/>
            <a:ext cx="7919351" cy="52625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604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Tartalom helye 6" descr="C:\Users\SZTE\AppData\Local\Microsoft\Windows\INetCache\Content.MSO\3A67A723.tmp"/>
          <p:cNvPicPr>
            <a:picLocks noGrp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9934" y="448350"/>
            <a:ext cx="4359622" cy="6229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Tartalom helye 8" descr="C:\Users\SZTE\AppData\Local\Microsoft\Windows\INetCache\Content.MSO\833F5029.tmp"/>
          <p:cNvPicPr>
            <a:picLocks noGrp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331" y="1825625"/>
            <a:ext cx="4351338" cy="4351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4766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Tartalom helye 3" descr="C:\Users\SZTE\AppData\Local\Microsoft\Windows\INetCache\Content.MSO\9DAC0D1F.tmp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48694"/>
            <a:ext cx="10515600" cy="3505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7159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18622</TotalTime>
  <Words>290</Words>
  <Application>Microsoft Office PowerPoint</Application>
  <PresentationFormat>Szélesvásznú</PresentationFormat>
  <Paragraphs>13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Office-téma</vt:lpstr>
      <vt:lpstr>PRV 4 cell</vt:lpstr>
      <vt:lpstr>TSS based analysis</vt:lpstr>
      <vt:lpstr>PowerPoint-bemutató</vt:lpstr>
      <vt:lpstr>PowerPoint-bemutató</vt:lpstr>
      <vt:lpstr>PowerPoint-bemutató</vt:lpstr>
      <vt:lpstr>PowerPoint-bemutató</vt:lpstr>
      <vt:lpstr>TES based analysis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SZTE</dc:creator>
  <cp:lastModifiedBy>SZTE</cp:lastModifiedBy>
  <cp:revision>10</cp:revision>
  <dcterms:created xsi:type="dcterms:W3CDTF">2025-03-05T14:58:20Z</dcterms:created>
  <dcterms:modified xsi:type="dcterms:W3CDTF">2025-03-18T13:25:04Z</dcterms:modified>
</cp:coreProperties>
</file>